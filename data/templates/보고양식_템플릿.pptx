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305" r:id="rId2"/>
    <p:sldId id="288" r:id="rId3"/>
    <p:sldId id="306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1350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CBB0D-E5EF-4FAE-AC64-57AE6C72DF5A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E399B1-9546-4707-90D6-EDF3369BA7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633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015F4-AD4E-9680-671D-1FAEC8CE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7B3377-90FE-E4BA-920A-6497D709D1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FE2E67-DA55-3165-4F6D-99CAF88EC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[서식 가이드] 좌측 세로 챕터 탭·좌상단 코드 박스: 영문 Corbel, 한글 나눔스퀘어(제목 나눔스퀘어 ExtraBold, 24pt) 폰트 정책을 따릅니다.</a:t>
            </a:r>
          </a:p>
          <a:p>
            <a:r>
              <a:rPr lang="ko-KR" altLang="en-US"/>
              <a:t>표지형 슬라이드 구성: 레벨1(14pt Bold, 자동번호 1.) → 레벨2(13pt Bold, 자동번호 1)) → 레벨3(12pt, 기호bullet) → 레벨4(11pt, "–" bullet) 순으로 들여쓰기합니다.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7A590E-B10D-7885-8C04-5AAE4F1DCF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DBE36-1693-40D9-A873-0F4490CDBB4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884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ABBB9-28B0-3E81-344F-86460945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3AFBFB-9608-17D6-679F-133AB84E4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E07CFB-8377-A5E6-9B42-34DC50376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8826B-9F34-4623-5604-070AE1C2A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DBE36-1693-40D9-A873-0F4490CDBB4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814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10AA5-1671-EE94-2D6A-05CC27EC6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6E8058-5E05-9651-820E-6709431AA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1B00DA-FA4C-277B-FEDF-49416FBE0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[서식 가이드] 동일 주제(레벨1 제목)가 다음 슬라이드로 이어질 경우, 제목 색상을 회색(배경색1, 명도 50%)으로 변경하고 레벨2 자동번호를 이전 슬라이드에서 이어서(startAt) 부여합니다.</a:t>
            </a:r>
          </a:p>
          <a:p>
            <a:r>
              <a:rPr lang="ko-KR" altLang="en-US"/>
              <a:t>이는 "이미 보고된 주제의 연속"임을 시각적으로 표시하는 규칙입니다.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F31DDA-97C3-07A4-ECBB-4CC9D211E5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3DBE36-1693-40D9-A873-0F4490CDBB4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827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53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40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11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0193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626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62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019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71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30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271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6"/>
          <p:cNvSpPr txBox="1">
            <a:spLocks/>
          </p:cNvSpPr>
          <p:nvPr userDrawn="1"/>
        </p:nvSpPr>
        <p:spPr>
          <a:xfrm>
            <a:off x="7563290" y="6623050"/>
            <a:ext cx="2311400" cy="228600"/>
          </a:xfrm>
          <a:prstGeom prst="rect">
            <a:avLst/>
          </a:prstGeom>
        </p:spPr>
        <p:txBody>
          <a:bodyPr rIns="36000"/>
          <a:lstStyle>
            <a:lvl1pPr>
              <a:defRPr sz="1100" b="1">
                <a:solidFill>
                  <a:schemeClr val="tx1"/>
                </a:solidFill>
                <a:latin typeface="Trebuchet MS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 </a:t>
            </a:r>
            <a:fld id="{7C14344A-CACA-478F-85C5-D0BB66BC0415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7447288"/>
              </p:ext>
            </p:extLst>
          </p:nvPr>
        </p:nvGraphicFramePr>
        <p:xfrm>
          <a:off x="273051" y="631784"/>
          <a:ext cx="9372502" cy="5965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1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1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209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400" b="1" u="none" kern="1200" baseline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Tahoma" panose="020B0604030504040204" pitchFamily="34" charset="0"/>
                        </a:rPr>
                        <a:t>구 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400" b="1" u="none" kern="1200" baseline="0">
                          <a:solidFill>
                            <a:schemeClr val="tx1"/>
                          </a:solidFill>
                          <a:latin typeface="나눔스퀘어 ExtraBold" panose="020B0600000101010101" pitchFamily="50" charset="-127"/>
                          <a:ea typeface="나눔스퀘어 ExtraBold" panose="020B0600000101010101" pitchFamily="50" charset="-127"/>
                          <a:cs typeface="Tahoma" panose="020B0604030504040204" pitchFamily="34" charset="0"/>
                        </a:rPr>
                        <a:t>주요 내용</a:t>
                      </a:r>
                      <a:endParaRPr kumimoji="1" lang="en-US" altLang="ko-KR" sz="1400" b="1" u="none" kern="1200" baseline="0">
                        <a:solidFill>
                          <a:schemeClr val="tx1"/>
                        </a:solidFill>
                        <a:latin typeface="나눔스퀘어 ExtraBold" panose="020B0600000101010101" pitchFamily="50" charset="-127"/>
                        <a:ea typeface="나눔스퀘어 ExtraBold" panose="020B0600000101010101" pitchFamily="50" charset="-127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656">
                <a:tc>
                  <a:txBody>
                    <a:bodyPr/>
                    <a:lstStyle/>
                    <a:p>
                      <a:pPr algn="ctr" defTabSz="895350" latinLnBrk="0">
                        <a:lnSpc>
                          <a:spcPts val="17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SzPct val="120000"/>
                      </a:pPr>
                      <a:endParaRPr lang="en-US" altLang="ko-KR" sz="1400" b="1" u="none" baseline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  <a:p>
                      <a:pPr marL="719138" marR="0" lvl="1" indent="-92075" algn="l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Pct val="90000"/>
                        <a:buFontTx/>
                        <a:buChar char="-"/>
                        <a:tabLst>
                          <a:tab pos="269875" algn="l"/>
                          <a:tab pos="627063" algn="l"/>
                        </a:tabLst>
                        <a:defRPr/>
                      </a:pPr>
                      <a:endParaRPr kumimoji="0" lang="en-US" altLang="ko-KR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맑은 고딕" panose="020B0503020000020004" pitchFamily="50" charset="-127"/>
                        <a:cs typeface="Tahoma" panose="020B0604030504040204" pitchFamily="34" charset="0"/>
                        <a:sym typeface="Wingdings" panose="05000000000000000000" pitchFamily="2" charset="2"/>
                      </a:endParaRPr>
                    </a:p>
                  </a:txBody>
                  <a:tcPr marR="0" marT="252000" marB="468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1658938" y="1196975"/>
            <a:ext cx="7986615" cy="5184775"/>
          </a:xfrm>
        </p:spPr>
        <p:txBody>
          <a:bodyPr>
            <a:noAutofit/>
          </a:bodyPr>
          <a:lstStyle>
            <a:lvl1pPr marL="265113" indent="-265113" latinLnBrk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  <a:defRPr lang="en-US" altLang="ko-KR" sz="1400" b="1" kern="1200" baseline="0" dirty="0" smtClean="0">
                <a:solidFill>
                  <a:prstClr val="black"/>
                </a:solidFill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defRPr>
            </a:lvl1pPr>
            <a:lvl2pPr marL="538163" indent="-266700" latinLnBrk="0">
              <a:spcBef>
                <a:spcPts val="1000"/>
              </a:spcBef>
              <a:spcAft>
                <a:spcPts val="0"/>
              </a:spcAft>
              <a:buFont typeface="+mj-lt"/>
              <a:buAutoNum type="arabicParenR"/>
              <a:defRPr sz="1300" b="1" baseline="0">
                <a:latin typeface="Corbel" panose="020B0503020204020204" pitchFamily="34" charset="0"/>
                <a:ea typeface="나눔스퀘어" panose="020B0600000101010101" pitchFamily="50" charset="-127"/>
              </a:defRPr>
            </a:lvl2pPr>
            <a:lvl3pPr marL="714375" indent="-179388" latinLnBrk="0">
              <a:spcBef>
                <a:spcPts val="500"/>
              </a:spcBef>
              <a:spcAft>
                <a:spcPts val="0"/>
              </a:spcAft>
              <a:buFont typeface="Wingdings" panose="05000000000000000000" pitchFamily="2" charset="2"/>
              <a:buChar char=""/>
              <a:defRPr lang="en-US" altLang="ko-KR" sz="1200" b="0" kern="1200" baseline="0" dirty="0" smtClean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Tahoma" panose="020B0604030504040204" pitchFamily="34" charset="0"/>
                <a:sym typeface="Wingdings" panose="05000000000000000000" pitchFamily="2" charset="2"/>
              </a:defRPr>
            </a:lvl3pPr>
            <a:lvl4pPr marL="892175" indent="-177800" latinLnBrk="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–"/>
              <a:defRPr sz="1100" b="0" baseline="0">
                <a:latin typeface="Corbel" panose="020B0503020204020204" pitchFamily="34" charset="0"/>
                <a:ea typeface="나눔스퀘어" panose="020B0600000101010101" pitchFamily="50" charset="-127"/>
                <a:sym typeface="Wingdings" panose="05000000000000000000" pitchFamily="2" charset="2"/>
              </a:defRPr>
            </a:lvl4pPr>
            <a:lvl5pPr marL="1081088" indent="-188913" latinLnBrk="0">
              <a:spcBef>
                <a:spcPts val="5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b="0" baseline="0">
                <a:latin typeface="Corbel" panose="020B0503020204020204" pitchFamily="34" charset="0"/>
                <a:ea typeface="나눔스퀘어" panose="020B0600000101010101" pitchFamily="50" charset="-127"/>
                <a:sym typeface="Wingdings" panose="05000000000000000000" pitchFamily="2" charset="2"/>
              </a:defRPr>
            </a:lvl5pPr>
          </a:lstStyle>
          <a:p>
            <a:pPr lvl="0"/>
            <a:r>
              <a:rPr lang="ko-KR" altLang="en-US"/>
              <a:t>대 제목</a:t>
            </a:r>
            <a:endParaRPr lang="en-US" altLang="ko-KR"/>
          </a:p>
          <a:p>
            <a:pPr lvl="1"/>
            <a:r>
              <a:rPr lang="ko-KR" altLang="en-US"/>
              <a:t>두번째</a:t>
            </a:r>
            <a:endParaRPr lang="en-US" altLang="ko-KR"/>
          </a:p>
          <a:p>
            <a:pPr lvl="2"/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Level 1 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* Level 1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참고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시</a:t>
            </a:r>
            <a:b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</a:b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 Level 2 </a:t>
            </a:r>
            <a:r>
              <a:rPr kumimoji="0" lang="ko-KR" altLang="en-US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소결시</a:t>
            </a: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Tahoma" panose="020B0604030504040204" pitchFamily="34" charset="0"/>
                <a:sym typeface="Wingdings" panose="05000000000000000000" pitchFamily="2" charset="2"/>
              </a:rPr>
              <a:t> </a:t>
            </a:r>
            <a:endParaRPr lang="en-US" altLang="ko-KR" sz="1200" b="1"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Wingdings" panose="05000000000000000000" pitchFamily="2" charset="2"/>
            </a:endParaRPr>
          </a:p>
          <a:p>
            <a:pPr lvl="3"/>
            <a:r>
              <a:rPr lang="en-US" altLang="ko-KR"/>
              <a:t>Level 2</a:t>
            </a:r>
            <a:br>
              <a:rPr lang="en-US" altLang="ko-KR"/>
            </a:br>
            <a:r>
              <a:rPr lang="en-US" altLang="ko-KR"/>
              <a:t>* Level 2 </a:t>
            </a:r>
            <a:r>
              <a:rPr lang="ko-KR" altLang="en-US" err="1"/>
              <a:t>참고시</a:t>
            </a:r>
            <a:r>
              <a:rPr lang="en-US" altLang="ko-KR"/>
              <a:t> </a:t>
            </a:r>
            <a:br>
              <a:rPr lang="en-US" altLang="ko-KR"/>
            </a:br>
            <a:r>
              <a:rPr lang="en-US" altLang="ko-KR"/>
              <a:t> Level 2 </a:t>
            </a:r>
            <a:r>
              <a:rPr lang="ko-KR" altLang="en-US" err="1"/>
              <a:t>소결시</a:t>
            </a:r>
            <a:r>
              <a:rPr lang="en-US" altLang="ko-KR"/>
              <a:t> </a:t>
            </a:r>
          </a:p>
          <a:p>
            <a:pPr lvl="4"/>
            <a:r>
              <a:rPr lang="en-US" altLang="ko-KR"/>
              <a:t>Level 3</a:t>
            </a:r>
            <a:br>
              <a:rPr lang="en-US" altLang="ko-KR"/>
            </a:br>
            <a:r>
              <a:rPr lang="en-US" altLang="ko-KR"/>
              <a:t>* Level 3 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참고 </a:t>
            </a:r>
            <a:br>
              <a:rPr lang="en-US" altLang="ko-KR"/>
            </a:br>
            <a:r>
              <a:rPr lang="en-US" altLang="ko-KR"/>
              <a:t> level 3 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소결</a:t>
            </a:r>
            <a:endParaRPr lang="en-US" altLang="ko-KR"/>
          </a:p>
          <a:p>
            <a:pPr lvl="4"/>
            <a:endParaRPr lang="ko-KR" altLang="en-US"/>
          </a:p>
          <a:p>
            <a:pPr lvl="1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10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D954D-7B2B-4481-B88B-C9F4214C793B}" type="datetimeFigureOut">
              <a:rPr lang="ko-KR" altLang="en-US" smtClean="0"/>
              <a:t>2026-07-27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1BFBA-D785-4542-9D27-6CD9D543EC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69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2D66-FFB1-83CF-F984-0F2FBA3F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B414C624-F1F1-F45E-6306-DC6CC262B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7"/>
            <a:ext cx="7965134" cy="5500282"/>
          </a:xfrm>
        </p:spPr>
        <p:txBody>
          <a:bodyPr>
            <a:no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TTT</a:t>
            </a:r>
            <a:r>
              <a:rPr lang="ko-KR" altLang="en-US" dirty="0">
                <a:solidFill>
                  <a:schemeClr val="tx1"/>
                </a:solidFill>
              </a:rPr>
              <a:t/>
            </a:r>
            <a:endParaRPr lang="en-US" altLang="ko-KR" dirty="0">
              <a:solidFill>
                <a:schemeClr val="tx1"/>
              </a:solidFill>
            </a:endParaRPr>
          </a:p>
          <a:p>
            <a:pPr lvl="1"/>
            <a:r>
              <a:rPr lang="en-US" altLang="ko-KR" dirty="0"/>
              <a:t>TT</a:t>
            </a:r>
          </a:p>
          <a:p>
            <a:pPr lvl="2" indent="-179070">
              <a:spcBef>
                <a:spcPts val="1000"/>
              </a:spcBef>
              <a:defRPr/>
            </a:pPr>
            <a:r>
              <a:rPr lang="en-US" altLang="ko-KR" b="1" dirty="0">
                <a:latin typeface="Corbel" panose="020B0503020204020204" pitchFamily="34" charset="0"/>
                <a:cs typeface="Tahoma"/>
              </a:rPr>
              <a:t>ㅇㅇ</a:t>
            </a:r>
            <a:r>
              <a:rPr lang="ko-KR" altLang="en-US" b="1" dirty="0">
                <a:latin typeface="Corbel" panose="020B0503020204020204" pitchFamily="34" charset="0"/>
                <a:cs typeface="Tahoma"/>
              </a:rPr>
              <a:t/>
            </a:r>
            <a:endParaRPr lang="en-US" altLang="ko-KR" b="1" baseline="30000" dirty="0">
              <a:latin typeface="Corbel" panose="020B0503020204020204" pitchFamily="34" charset="0"/>
              <a:cs typeface="Tahoma"/>
            </a:endParaRPr>
          </a:p>
          <a:p>
            <a:pPr lvl="3">
              <a:spcBef>
                <a:spcPts val="1000"/>
              </a:spcBef>
              <a:defRPr/>
            </a:pPr>
            <a:r>
              <a:rPr lang="en-US" altLang="ko-KR" dirty="0"/>
              <a:t>ㅌㅌ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endParaRPr lang="en-US" altLang="ko-KR" baseline="30000" dirty="0"/>
          </a:p>
          <a:p>
            <a:pPr lvl="4">
              <a:spcBef>
                <a:spcPts val="1000"/>
              </a:spcBef>
              <a:defRPr/>
            </a:pPr>
            <a:r>
              <a:rPr lang="ko-KR" altLang="en-US" dirty="0"/>
              <a:t>ㅌㅌ</a:t>
            </a:r>
            <a:endParaRPr lang="en-US" altLang="ko-KR" dirty="0"/>
          </a:p>
          <a:p>
            <a:pPr lvl="4">
              <a:spcBef>
                <a:spcPts val="1000"/>
              </a:spcBef>
              <a:defRPr/>
            </a:pPr>
            <a:r>
              <a:rPr lang="ko-KR" altLang="en-US" dirty="0" err="1"/>
              <a:t>ㅇㅇ</a:t>
            </a:r>
            <a:endParaRPr lang="en-US" altLang="ko-KR" dirty="0"/>
          </a:p>
          <a:p>
            <a:pPr marL="714375" lvl="3" indent="0">
              <a:spcBef>
                <a:spcPts val="800"/>
              </a:spcBef>
              <a:buNone/>
              <a:defRPr/>
            </a:pPr>
            <a:endParaRPr lang="en-US" altLang="ko-KR" baseline="30000" dirty="0"/>
          </a:p>
          <a:p>
            <a:pPr marL="714375" lvl="3" indent="0">
              <a:spcBef>
                <a:spcPts val="800"/>
              </a:spcBef>
              <a:buNone/>
              <a:defRPr/>
            </a:pPr>
            <a:br>
              <a:rPr lang="en-US" altLang="ko-KR" baseline="30000" dirty="0"/>
            </a:br>
            <a:endParaRPr lang="en-US" altLang="ko-KR" baseline="30000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lvl="3">
              <a:spcBef>
                <a:spcPts val="1000"/>
              </a:spcBef>
              <a:defRPr/>
            </a:pPr>
            <a:r>
              <a:rPr lang="en-US" altLang="ko-KR" dirty="0"/>
              <a:t>Project </a:t>
            </a:r>
            <a:r>
              <a:rPr lang="ko-KR" altLang="en-US" dirty="0"/>
              <a:t>진행 일정</a:t>
            </a:r>
            <a:r>
              <a:rPr lang="en-US" altLang="ko-KR" dirty="0"/>
              <a:t>(</a:t>
            </a:r>
            <a:r>
              <a:rPr lang="ko-KR" altLang="en-US" dirty="0"/>
              <a:t>案</a:t>
            </a:r>
            <a:r>
              <a:rPr lang="en-US" altLang="ko-KR" dirty="0"/>
              <a:t>)</a:t>
            </a:r>
          </a:p>
          <a:p>
            <a:pPr lvl="3">
              <a:spcBef>
                <a:spcPts val="1000"/>
              </a:spcBef>
              <a:defRPr/>
            </a:pPr>
            <a:endParaRPr lang="en-US" altLang="ko-KR" dirty="0"/>
          </a:p>
          <a:p>
            <a:pPr marL="714375" lvl="3" indent="0">
              <a:spcBef>
                <a:spcPts val="1000"/>
              </a:spcBef>
              <a:buNone/>
              <a:defRPr/>
            </a:pP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0CA606-66CD-58FC-CA82-FDE3237D8150}"/>
              </a:ext>
            </a:extLst>
          </p:cNvPr>
          <p:cNvSpPr/>
          <p:nvPr/>
        </p:nvSpPr>
        <p:spPr>
          <a:xfrm>
            <a:off x="272480" y="944562"/>
            <a:ext cx="1391282" cy="5653087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d</a:t>
            </a:r>
          </a:p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/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8202E5-9A81-C175-C494-86ACBC462496}"/>
              </a:ext>
            </a:extLst>
          </p:cNvPr>
          <p:cNvSpPr txBox="1"/>
          <p:nvPr/>
        </p:nvSpPr>
        <p:spPr>
          <a:xfrm>
            <a:off x="273051" y="170119"/>
            <a:ext cx="640080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xx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/>
            </a: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/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/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9A85A1-9CBD-A823-F744-50FBC627E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041155"/>
              </p:ext>
            </p:extLst>
          </p:nvPr>
        </p:nvGraphicFramePr>
        <p:xfrm>
          <a:off x="2649538" y="3244741"/>
          <a:ext cx="6875462" cy="2123640"/>
        </p:xfrm>
        <a:graphic>
          <a:graphicData uri="http://schemas.openxmlformats.org/drawingml/2006/table">
            <a:tbl>
              <a:tblPr/>
              <a:tblGrid>
                <a:gridCol w="909450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5966012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</a:tblGrid>
              <a:tr h="202910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36000" marB="36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협의 경과</a:t>
                      </a:r>
                    </a:p>
                  </a:txBody>
                  <a:tcPr marL="0" marR="0" marT="36000" marB="36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0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ㅌㅌ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u="none" kern="1200" spc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Tahoma"/>
                        </a:rPr>
                        <a:t>프로젝트
 ㅌㅌ</a:t>
                      </a:r>
                      <a:endParaRPr lang="en-US" altLang="ko-KR" sz="1000" b="0" u="none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Tahoma"/>
                      </a:endParaRPr>
                    </a:p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u="none" kern="1200" spc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Tahoma"/>
                        </a:rPr>
                        <a:t/>
                      </a:r>
                      <a:r>
                        <a:rPr lang="ko-KR" altLang="en-US" sz="1000" b="0" u="none" kern="1200" spc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Tahoma"/>
                        </a:rPr>
                        <a:t/>
                      </a:r>
                      <a:r>
                        <a:rPr lang="ko-KR" altLang="en-US" sz="1000" kern="1200" spc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</a:rPr>
                        <a:t/>
                      </a:r>
                      <a:endParaRPr lang="en-US" altLang="ko-KR" sz="1000" kern="1200" spc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62845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0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ㅌㅌ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IT ㅌㅌ
ㅌㅌ</a:t>
                      </a: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529443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0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ㅌㅌ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ㅌㅌ
Phase①: ㅇ
Phase②: ㅇㅇ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  <a:p>
                      <a:pPr marL="361950" marR="0" lvl="1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 panose="020B0503020204020204" pitchFamily="34" charset="0"/>
                        <a:buChar char="−"/>
                        <a:tabLst>
                          <a:tab pos="180975" algn="l"/>
                        </a:tabLst>
                        <a:defRPr/>
                      </a:pP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  <a:p>
                      <a:pPr marL="361950" marR="0" lvl="1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Corbel" panose="020B0503020204020204" pitchFamily="34" charset="0"/>
                        <a:buChar char="−"/>
                        <a:tabLst>
                          <a:tab pos="180975" algn="l"/>
                        </a:tabLst>
                        <a:defRPr/>
                      </a:pP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endParaRPr lang="en-US" altLang="ko-KR" sz="1000" kern="1200" spc="0" baseline="3000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77960"/>
                  </a:ext>
                </a:extLst>
              </a:tr>
              <a:tr h="196246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0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ㅌㅌ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  <a:tr h="202910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en-US" altLang="ko-KR" sz="1050" b="1" kern="0" baseline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ㅌㅌ</a:t>
                      </a:r>
                    </a:p>
                  </a:txBody>
                  <a:tcPr marL="72000" marR="72000" marT="36000" marB="36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0" baseline="0" noProof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</a:t>
                      </a:r>
                      <a:endParaRPr lang="en-US" altLang="ko-KR" sz="1000" kern="1200" spc="0" baseline="3000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36000" marB="36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17260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9B94B0CC-2598-8646-C878-CF268875FDF5}"/>
              </a:ext>
            </a:extLst>
          </p:cNvPr>
          <p:cNvSpPr txBox="1">
            <a:spLocks/>
          </p:cNvSpPr>
          <p:nvPr/>
        </p:nvSpPr>
        <p:spPr>
          <a:xfrm>
            <a:off x="2649539" y="2908803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lang="ko-KR" altLang="en-US" kern="0" dirty="0">
                <a:solidFill>
                  <a:prstClr val="black"/>
                </a:solidFill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8" name="Down Arrow 4">
            <a:extLst>
              <a:ext uri="{FF2B5EF4-FFF2-40B4-BE49-F238E27FC236}">
                <a16:creationId xmlns:a16="http://schemas.microsoft.com/office/drawing/2014/main" id="{11883B9A-C327-9183-04FA-F4C37AE35857}"/>
              </a:ext>
            </a:extLst>
          </p:cNvPr>
          <p:cNvSpPr/>
          <p:nvPr/>
        </p:nvSpPr>
        <p:spPr bwMode="auto">
          <a:xfrm rot="16200000">
            <a:off x="6013903" y="2708415"/>
            <a:ext cx="147320" cy="6834200"/>
          </a:xfrm>
          <a:prstGeom prst="downArrow">
            <a:avLst>
              <a:gd name="adj1" fmla="val 42702"/>
              <a:gd name="adj2" fmla="val 50000"/>
            </a:avLst>
          </a:prstGeom>
          <a:solidFill>
            <a:schemeClr val="bg1">
              <a:lumMod val="7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itchFamily="34" charset="0"/>
            </a:endParaRPr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27BB81F4-C9C3-A4FF-0891-73E3A75CAB84}"/>
              </a:ext>
            </a:extLst>
          </p:cNvPr>
          <p:cNvSpPr/>
          <p:nvPr/>
        </p:nvSpPr>
        <p:spPr>
          <a:xfrm>
            <a:off x="7791013" y="5807412"/>
            <a:ext cx="539745" cy="226656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’26.11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월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맑은 고딕"/>
              <a:cs typeface="Tahoma" panose="020B0604030504040204" pitchFamily="34" charset="0"/>
            </a:endParaRPr>
          </a:p>
        </p:txBody>
      </p:sp>
      <p:sp>
        <p:nvSpPr>
          <p:cNvPr id="11" name="Oval 36">
            <a:extLst>
              <a:ext uri="{FF2B5EF4-FFF2-40B4-BE49-F238E27FC236}">
                <a16:creationId xmlns:a16="http://schemas.microsoft.com/office/drawing/2014/main" id="{F7FC3BF8-721F-E77E-A9F7-55D9A672CC25}"/>
              </a:ext>
            </a:extLst>
          </p:cNvPr>
          <p:cNvSpPr/>
          <p:nvPr/>
        </p:nvSpPr>
        <p:spPr bwMode="auto">
          <a:xfrm>
            <a:off x="8001483" y="6054931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64481F1A-8330-37B4-4A9F-F19A2C81E771}"/>
              </a:ext>
            </a:extLst>
          </p:cNvPr>
          <p:cNvSpPr/>
          <p:nvPr/>
        </p:nvSpPr>
        <p:spPr>
          <a:xfrm>
            <a:off x="3140368" y="5824156"/>
            <a:ext cx="348988" cy="227810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4/30</a:t>
            </a:r>
          </a:p>
        </p:txBody>
      </p:sp>
      <p:sp>
        <p:nvSpPr>
          <p:cNvPr id="14" name="텍스트 개체 틀 17">
            <a:extLst>
              <a:ext uri="{FF2B5EF4-FFF2-40B4-BE49-F238E27FC236}">
                <a16:creationId xmlns:a16="http://schemas.microsoft.com/office/drawing/2014/main" id="{D03E1ECE-EC3F-2D32-B550-D08CB29D5438}"/>
              </a:ext>
            </a:extLst>
          </p:cNvPr>
          <p:cNvSpPr txBox="1">
            <a:spLocks/>
          </p:cNvSpPr>
          <p:nvPr/>
        </p:nvSpPr>
        <p:spPr>
          <a:xfrm>
            <a:off x="2468563" y="6178393"/>
            <a:ext cx="1728672" cy="2880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ko-KR"/>
            </a:defPPr>
            <a:lvl1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kumimoji="1" sz="1100" b="1" kern="1200">
                <a:solidFill>
                  <a:prstClr val="black"/>
                </a:solidFill>
                <a:latin typeface="+mn-lt"/>
                <a:ea typeface="맑은 고딕"/>
                <a:cs typeface="Tahoma"/>
              </a:defRPr>
            </a:lvl1pPr>
            <a:lvl2pPr marL="360363" indent="-184150" algn="l" defTabSz="914400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4625" algn="l" defTabSz="914400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000" b="0" dirty="0">
                <a:latin typeface="Corbel" panose="020B0503020204020204" pitchFamily="34" charset="0"/>
                <a:ea typeface="나눔스퀘어" panose="020B0600000101010101" pitchFamily="50" charset="-127"/>
                <a:sym typeface="Wingdings" panose="05000000000000000000" pitchFamily="2" charset="2"/>
              </a:rPr>
              <a:t>XX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sym typeface="Wingdings" panose="05000000000000000000" pitchFamily="2" charset="2"/>
            </a:endParaRPr>
          </a:p>
        </p:txBody>
      </p:sp>
      <p:sp>
        <p:nvSpPr>
          <p:cNvPr id="15" name="Oval 36">
            <a:extLst>
              <a:ext uri="{FF2B5EF4-FFF2-40B4-BE49-F238E27FC236}">
                <a16:creationId xmlns:a16="http://schemas.microsoft.com/office/drawing/2014/main" id="{AE019189-7CA5-4032-5770-58BDEC9EF5E4}"/>
              </a:ext>
            </a:extLst>
          </p:cNvPr>
          <p:cNvSpPr/>
          <p:nvPr/>
        </p:nvSpPr>
        <p:spPr bwMode="auto">
          <a:xfrm>
            <a:off x="3255463" y="6062150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16" name="Rectangle 38">
            <a:extLst>
              <a:ext uri="{FF2B5EF4-FFF2-40B4-BE49-F238E27FC236}">
                <a16:creationId xmlns:a16="http://schemas.microsoft.com/office/drawing/2014/main" id="{20CB3D57-AD14-2BBC-F873-989FE811F815}"/>
              </a:ext>
            </a:extLst>
          </p:cNvPr>
          <p:cNvSpPr/>
          <p:nvPr/>
        </p:nvSpPr>
        <p:spPr>
          <a:xfrm>
            <a:off x="4317609" y="5824156"/>
            <a:ext cx="493258" cy="226656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’26.5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월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맑은 고딕"/>
              <a:cs typeface="Tahoma" panose="020B0604030504040204" pitchFamily="34" charset="0"/>
            </a:endParaRPr>
          </a:p>
        </p:txBody>
      </p:sp>
      <p:sp>
        <p:nvSpPr>
          <p:cNvPr id="18" name="Oval 36">
            <a:extLst>
              <a:ext uri="{FF2B5EF4-FFF2-40B4-BE49-F238E27FC236}">
                <a16:creationId xmlns:a16="http://schemas.microsoft.com/office/drawing/2014/main" id="{FC94403A-C775-2988-E4B2-38EFCE54D5CA}"/>
              </a:ext>
            </a:extLst>
          </p:cNvPr>
          <p:cNvSpPr/>
          <p:nvPr/>
        </p:nvSpPr>
        <p:spPr bwMode="auto">
          <a:xfrm>
            <a:off x="4482665" y="6062150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19" name="Rectangle 38">
            <a:extLst>
              <a:ext uri="{FF2B5EF4-FFF2-40B4-BE49-F238E27FC236}">
                <a16:creationId xmlns:a16="http://schemas.microsoft.com/office/drawing/2014/main" id="{7329CBF3-88B7-B4B5-25CE-8698BDBBBFC6}"/>
              </a:ext>
            </a:extLst>
          </p:cNvPr>
          <p:cNvSpPr/>
          <p:nvPr/>
        </p:nvSpPr>
        <p:spPr>
          <a:xfrm>
            <a:off x="6811405" y="5810622"/>
            <a:ext cx="547760" cy="226656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’26.10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월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맑은 고딕"/>
              <a:cs typeface="Tahoma" panose="020B0604030504040204" pitchFamily="34" charset="0"/>
            </a:endParaRPr>
          </a:p>
        </p:txBody>
      </p:sp>
      <p:sp>
        <p:nvSpPr>
          <p:cNvPr id="21" name="Oval 36">
            <a:extLst>
              <a:ext uri="{FF2B5EF4-FFF2-40B4-BE49-F238E27FC236}">
                <a16:creationId xmlns:a16="http://schemas.microsoft.com/office/drawing/2014/main" id="{0ACD262F-975B-FD67-D75D-18A8DD7BF956}"/>
              </a:ext>
            </a:extLst>
          </p:cNvPr>
          <p:cNvSpPr/>
          <p:nvPr/>
        </p:nvSpPr>
        <p:spPr bwMode="auto">
          <a:xfrm>
            <a:off x="7025884" y="6039706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23" name="Rectangle 38">
            <a:extLst>
              <a:ext uri="{FF2B5EF4-FFF2-40B4-BE49-F238E27FC236}">
                <a16:creationId xmlns:a16="http://schemas.microsoft.com/office/drawing/2014/main" id="{B8C1B0CE-6FD9-B3FD-3953-C80E75DEF9B5}"/>
              </a:ext>
            </a:extLst>
          </p:cNvPr>
          <p:cNvSpPr/>
          <p:nvPr/>
        </p:nvSpPr>
        <p:spPr>
          <a:xfrm>
            <a:off x="8846561" y="5807412"/>
            <a:ext cx="448373" cy="227810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’27.Q3</a:t>
            </a:r>
          </a:p>
        </p:txBody>
      </p:sp>
      <p:sp>
        <p:nvSpPr>
          <p:cNvPr id="25" name="Oval 36">
            <a:extLst>
              <a:ext uri="{FF2B5EF4-FFF2-40B4-BE49-F238E27FC236}">
                <a16:creationId xmlns:a16="http://schemas.microsoft.com/office/drawing/2014/main" id="{E7281D5A-7A4B-C311-C518-10DA692A5F9D}"/>
              </a:ext>
            </a:extLst>
          </p:cNvPr>
          <p:cNvSpPr/>
          <p:nvPr/>
        </p:nvSpPr>
        <p:spPr bwMode="auto">
          <a:xfrm>
            <a:off x="9011346" y="6045406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31F7EAB7-F458-F247-C04E-69C0B50CA01D}"/>
              </a:ext>
            </a:extLst>
          </p:cNvPr>
          <p:cNvSpPr/>
          <p:nvPr/>
        </p:nvSpPr>
        <p:spPr>
          <a:xfrm>
            <a:off x="5596623" y="5814353"/>
            <a:ext cx="498067" cy="226656"/>
          </a:xfrm>
          <a:prstGeom prst="rect">
            <a:avLst/>
          </a:prstGeom>
        </p:spPr>
        <p:txBody>
          <a:bodyPr wrap="none" lIns="72000" tIns="36000" rIns="72000" bIns="3600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85775" algn="l"/>
              </a:tabLst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’26.6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맑은 고딕"/>
                <a:cs typeface="Tahoma" panose="020B0604030504040204" pitchFamily="34" charset="0"/>
              </a:rPr>
              <a:t>월</a:t>
            </a: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맑은 고딕"/>
              <a:cs typeface="Tahoma" panose="020B0604030504040204" pitchFamily="34" charset="0"/>
            </a:endParaRPr>
          </a:p>
        </p:txBody>
      </p:sp>
      <p:sp>
        <p:nvSpPr>
          <p:cNvPr id="26" name="Oval 36">
            <a:extLst>
              <a:ext uri="{FF2B5EF4-FFF2-40B4-BE49-F238E27FC236}">
                <a16:creationId xmlns:a16="http://schemas.microsoft.com/office/drawing/2014/main" id="{8BA0757C-5088-A823-7033-EDE0721C9D11}"/>
              </a:ext>
            </a:extLst>
          </p:cNvPr>
          <p:cNvSpPr/>
          <p:nvPr/>
        </p:nvSpPr>
        <p:spPr bwMode="auto">
          <a:xfrm>
            <a:off x="5747799" y="6065105"/>
            <a:ext cx="118800" cy="118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rot="0" spcFirstLastPara="0" vert="horz" wrap="non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 pitchFamily="50" charset="-127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992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D9458-6313-B51C-866A-47B563C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0FF554-4351-B6AB-376A-35C4303A02DA}"/>
              </a:ext>
            </a:extLst>
          </p:cNvPr>
          <p:cNvSpPr/>
          <p:nvPr/>
        </p:nvSpPr>
        <p:spPr>
          <a:xfrm>
            <a:off x="272480" y="944562"/>
            <a:ext cx="1391282" cy="5653087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2C0E2E5F-5851-8A41-2CC5-F18557058D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7"/>
            <a:ext cx="7965134" cy="5500282"/>
          </a:xfrm>
        </p:spPr>
        <p:txBody>
          <a:bodyPr>
            <a:no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TTT</a:t>
            </a:r>
          </a:p>
          <a:p>
            <a:pPr lvl="1"/>
            <a:r>
              <a:rPr lang="en-US" altLang="ko-KR" dirty="0"/>
              <a:t>TT</a:t>
            </a:r>
          </a:p>
          <a:p>
            <a:pPr lvl="2" indent="-179070">
              <a:spcBef>
                <a:spcPts val="1000"/>
              </a:spcBef>
              <a:defRPr/>
            </a:pPr>
            <a:r>
              <a:rPr lang="ko-KR" altLang="en-US" b="1" dirty="0">
                <a:latin typeface="Corbel" panose="020B0503020204020204" pitchFamily="34" charset="0"/>
                <a:cs typeface="Tahoma"/>
              </a:rPr>
              <a:t>협의  </a:t>
            </a:r>
          </a:p>
          <a:p>
            <a:pPr lvl="3">
              <a:spcBef>
                <a:spcPts val="1000"/>
              </a:spcBef>
              <a:defRPr/>
            </a:pPr>
            <a:r>
              <a:rPr lang="ko-KR" altLang="en-US" dirty="0"/>
              <a:t>소극적 입장 유지</a:t>
            </a:r>
            <a:endParaRPr lang="en-US" altLang="ko-KR" dirty="0"/>
          </a:p>
          <a:p>
            <a:pPr lvl="4">
              <a:defRPr/>
            </a:pPr>
            <a:r>
              <a:rPr lang="ko-KR" altLang="en-US" dirty="0"/>
              <a:t>수용</a:t>
            </a:r>
          </a:p>
          <a:p>
            <a:pPr lvl="4">
              <a:defRPr/>
            </a:pPr>
            <a:r>
              <a:rPr lang="ko-KR" altLang="en-US" dirty="0"/>
              <a:t>신중한 입장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02D2E7-813E-6E99-58D0-8D2BEB2455D8}"/>
              </a:ext>
            </a:extLst>
          </p:cNvPr>
          <p:cNvSpPr txBox="1"/>
          <p:nvPr/>
        </p:nvSpPr>
        <p:spPr>
          <a:xfrm>
            <a:off x="273051" y="170119"/>
            <a:ext cx="320601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xx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C7791A-BA6A-2957-973C-EA800BD9C0F1}"/>
              </a:ext>
            </a:extLst>
          </p:cNvPr>
          <p:cNvSpPr txBox="1"/>
          <p:nvPr/>
        </p:nvSpPr>
        <p:spPr>
          <a:xfrm>
            <a:off x="280041" y="6647300"/>
            <a:ext cx="9350335" cy="21544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1)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 [주석 내용 1]    </a:t>
            </a: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2)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[주석 내용 2]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   </a:t>
            </a: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3)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[주석 내용 3]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173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50D1-18E7-178C-9D2A-B4E4C652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4BAA677-C132-8B73-027B-6C9DB766669C}"/>
              </a:ext>
            </a:extLst>
          </p:cNvPr>
          <p:cNvSpPr/>
          <p:nvPr/>
        </p:nvSpPr>
        <p:spPr>
          <a:xfrm>
            <a:off x="272480" y="944562"/>
            <a:ext cx="1391282" cy="5653087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d</a:t>
            </a: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A6769721-62EF-F654-B5D9-FDF5037B04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58938" y="1097367"/>
            <a:ext cx="7965134" cy="5500282"/>
          </a:xfrm>
        </p:spPr>
        <p:txBody>
          <a:bodyPr>
            <a:no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TTT</a:t>
            </a:r>
          </a:p>
          <a:p>
            <a:pPr lvl="1">
              <a:buFont typeface="+mj-lt"/>
              <a:buAutoNum type="arabicParenR" startAt="2"/>
            </a:pPr>
            <a:r>
              <a:rPr lang="ko-KR" altLang="en-US" dirty="0" err="1"/>
              <a:t>ㅌㅌ</a:t>
            </a:r>
            <a:endParaRPr lang="en-US" altLang="ko-KR" dirty="0"/>
          </a:p>
          <a:p>
            <a:pPr lvl="2" indent="-179070">
              <a:spcBef>
                <a:spcPts val="1000"/>
              </a:spcBef>
              <a:defRPr/>
            </a:pPr>
            <a:r>
              <a:rPr lang="ko-KR" altLang="en-US" b="1" dirty="0" err="1">
                <a:latin typeface="Corbel" panose="020B0503020204020204" pitchFamily="34" charset="0"/>
                <a:cs typeface="Tahoma"/>
              </a:rPr>
              <a:t>ㅌㅌ</a:t>
            </a:r>
            <a:endParaRPr lang="en-US" altLang="ko-KR" b="1" dirty="0">
              <a:latin typeface="Corbel" panose="020B0503020204020204" pitchFamily="34" charset="0"/>
              <a:cs typeface="Tahoma"/>
            </a:endParaRPr>
          </a:p>
          <a:p>
            <a:pPr marL="535305" lvl="2" indent="0">
              <a:spcBef>
                <a:spcPts val="1000"/>
              </a:spcBef>
              <a:buNone/>
              <a:defRPr/>
            </a:pPr>
            <a:br>
              <a:rPr lang="en-US" altLang="ko-KR" b="1" dirty="0">
                <a:latin typeface="Corbel" panose="020B0503020204020204" pitchFamily="34" charset="0"/>
                <a:cs typeface="Tahoma"/>
              </a:rPr>
            </a:br>
            <a:br>
              <a:rPr lang="en-US" altLang="ko-KR" b="1" dirty="0">
                <a:latin typeface="Corbel" panose="020B0503020204020204" pitchFamily="34" charset="0"/>
                <a:cs typeface="Tahoma"/>
              </a:rPr>
            </a:br>
            <a:br>
              <a:rPr lang="en-US" altLang="ko-KR" b="1" dirty="0">
                <a:latin typeface="Corbel" panose="020B0503020204020204" pitchFamily="34" charset="0"/>
                <a:cs typeface="Tahoma"/>
              </a:rPr>
            </a:br>
            <a:endParaRPr lang="en-US" altLang="ko-KR" b="1" dirty="0">
              <a:highlight>
                <a:srgbClr val="DCE6F2"/>
              </a:highlight>
              <a:latin typeface="Corbel" panose="020B0503020204020204" pitchFamily="34" charset="0"/>
            </a:endParaRPr>
          </a:p>
          <a:p>
            <a:pPr lvl="2" indent="-179070">
              <a:spcBef>
                <a:spcPts val="1500"/>
              </a:spcBef>
              <a:defRPr/>
            </a:pP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 panose="020B0503020204020204" pitchFamily="34" charset="0"/>
              <a:cs typeface="Tahoma"/>
            </a:endParaRPr>
          </a:p>
          <a:p>
            <a:pPr marL="535305" lvl="2" indent="0">
              <a:spcBef>
                <a:spcPts val="1500"/>
              </a:spcBef>
              <a:buNone/>
              <a:defRPr/>
            </a:pPr>
            <a:br>
              <a:rPr lang="en-US" altLang="ko-KR" b="1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DCE6F2"/>
                </a:highlight>
                <a:latin typeface="Corbel" panose="020B0503020204020204" pitchFamily="34" charset="0"/>
                <a:cs typeface="Tahoma"/>
              </a:rPr>
            </a:b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latin typeface="Corbel" panose="020B0503020204020204" pitchFamily="34" charset="0"/>
              <a:cs typeface="Tahoma"/>
            </a:endParaRPr>
          </a:p>
          <a:p>
            <a:pPr lvl="2" indent="-179070">
              <a:spcBef>
                <a:spcPts val="1500"/>
              </a:spcBef>
              <a:defRPr/>
            </a:pPr>
            <a:r>
              <a:rPr lang="ko-KR" altLang="en-US" b="1" dirty="0" err="1">
                <a:latin typeface="Corbel" panose="020B0503020204020204" pitchFamily="34" charset="0"/>
                <a:cs typeface="Tahoma"/>
              </a:rPr>
              <a:t>ㅇㅇ</a:t>
            </a:r>
            <a:endParaRPr lang="en-US" altLang="ko-KR" b="1" baseline="30000" dirty="0">
              <a:latin typeface="Corbel" panose="020B0503020204020204" pitchFamily="34" charset="0"/>
              <a:cs typeface="Tahoma"/>
            </a:endParaRPr>
          </a:p>
          <a:p>
            <a:pPr lvl="3">
              <a:spcBef>
                <a:spcPts val="1000"/>
              </a:spcBef>
              <a:defRPr/>
            </a:pPr>
            <a:r>
              <a:rPr lang="ko-KR" altLang="en-US" dirty="0"/>
              <a:t>ㅇ中 </a:t>
            </a:r>
            <a:endParaRPr lang="en-US" altLang="ko-KR" dirty="0"/>
          </a:p>
          <a:p>
            <a:pPr lvl="4">
              <a:defRPr/>
            </a:pPr>
            <a:r>
              <a:rPr lang="ko-KR" altLang="en-US" dirty="0" err="1"/>
              <a:t>ㅇ선정</a:t>
            </a:r>
            <a:r>
              <a:rPr lang="ko-KR" altLang="en-US" dirty="0"/>
              <a:t> 中</a:t>
            </a:r>
            <a:endParaRPr lang="en-US" altLang="ko-KR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sz="700" dirty="0"/>
          </a:p>
          <a:p>
            <a:pPr lvl="4">
              <a:defRPr/>
            </a:pPr>
            <a:endParaRPr lang="en-US" altLang="ko-KR" dirty="0"/>
          </a:p>
          <a:p>
            <a:pPr lvl="4">
              <a:defRPr/>
            </a:pPr>
            <a:endParaRPr lang="en-US" altLang="ko-KR" sz="600" dirty="0"/>
          </a:p>
          <a:p>
            <a:pPr lvl="4">
              <a:defRPr/>
            </a:pPr>
            <a:endParaRPr lang="en-US" altLang="ko-KR" b="1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DCE6F2"/>
              </a:highlight>
              <a:cs typeface="Tahoma"/>
            </a:endParaRPr>
          </a:p>
          <a:p>
            <a:pPr lvl="2" indent="-179070">
              <a:spcBef>
                <a:spcPts val="2500"/>
              </a:spcBef>
              <a:defRPr/>
            </a:pPr>
            <a:r>
              <a:rPr lang="ko-KR" altLang="en-US" b="1" dirty="0">
                <a:latin typeface="Corbel" panose="020B0503020204020204" pitchFamily="34" charset="0"/>
              </a:rPr>
              <a:t>협력</a:t>
            </a:r>
          </a:p>
          <a:p>
            <a:pPr lvl="3">
              <a:defRPr/>
            </a:pPr>
            <a:r>
              <a:rPr lang="ko-KR" altLang="en-US" dirty="0" err="1"/>
              <a:t>ㅇㅇ</a:t>
            </a:r>
            <a:endParaRPr lang="en-US" altLang="ko-KR" dirty="0"/>
          </a:p>
          <a:p>
            <a:pPr lvl="4">
              <a:defRPr/>
            </a:pPr>
            <a:r>
              <a:rPr lang="ko-KR" altLang="en-US" dirty="0" err="1"/>
              <a:t>ㅇ</a:t>
            </a:r>
            <a:r>
              <a:rPr lang="ko-KR" altLang="en-US" dirty="0"/>
              <a:t> 中</a:t>
            </a:r>
            <a:endParaRPr lang="en-US" altLang="ko-KR" dirty="0"/>
          </a:p>
          <a:p>
            <a:pPr marL="714375" lvl="3" indent="0">
              <a:buNone/>
              <a:defRPr/>
            </a:pPr>
            <a:r>
              <a:rPr lang="en-US" altLang="ko-KR" dirty="0"/>
              <a:t> </a:t>
            </a:r>
            <a:r>
              <a:rPr lang="en-US" altLang="ko-KR" b="1" u="sng" dirty="0"/>
              <a:t>MOU </a:t>
            </a:r>
            <a:r>
              <a:rPr lang="ko-KR" altLang="en-US" b="1" u="sng" dirty="0"/>
              <a:t>추진</a:t>
            </a:r>
            <a:endParaRPr lang="en-US" altLang="ko-KR" b="1" u="sng" dirty="0"/>
          </a:p>
          <a:p>
            <a:pPr lvl="3">
              <a:spcBef>
                <a:spcPts val="1000"/>
              </a:spcBef>
              <a:defRPr/>
            </a:pPr>
            <a:endParaRPr lang="en-US" altLang="ko-KR" baseline="30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A644DF-F8FE-5839-6496-D7CF0BF2A1EB}"/>
              </a:ext>
            </a:extLst>
          </p:cNvPr>
          <p:cNvSpPr txBox="1"/>
          <p:nvPr/>
        </p:nvSpPr>
        <p:spPr>
          <a:xfrm>
            <a:off x="273051" y="170119"/>
            <a:ext cx="561051" cy="461665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 ExtraBold" panose="020B0600000101010101" pitchFamily="50" charset="-127"/>
                <a:cs typeface="Tahoma" panose="020B0604030504040204" pitchFamily="34" charset="0"/>
              </a:rPr>
              <a:t>ㅇㅇ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 ExtraBold" panose="020B0600000101010101" pitchFamily="50" charset="-127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3839E8-49E3-0FB7-5DA7-4AE26A787775}"/>
              </a:ext>
            </a:extLst>
          </p:cNvPr>
          <p:cNvSpPr txBox="1"/>
          <p:nvPr/>
        </p:nvSpPr>
        <p:spPr>
          <a:xfrm>
            <a:off x="280041" y="6647300"/>
            <a:ext cx="9350335" cy="215444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1)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 [주석 내용 1]    </a:t>
            </a: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2)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/>
                <a:cs typeface="Tahoma" panose="020B0604030504040204" pitchFamily="34" charset="0"/>
              </a:rPr>
              <a:t>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[주석 내용 2]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   </a:t>
            </a:r>
            <a:r>
              <a:rPr kumimoji="0" lang="en-US" altLang="ko-KR" sz="800" b="0" i="0" u="none" strike="noStrike" kern="1200" cap="none" spc="0" normalizeH="0" baseline="3000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3)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[주석 내용 3]</a:t>
            </a: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r>
              <a:rPr kumimoji="0" lang="ko-KR" alt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/>
            </a:r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 pitchFamily="34" charset="0"/>
              <a:ea typeface="나눔스퀘어" panose="020B0600000101010101"/>
              <a:cs typeface="Tahoma" panose="020B060403050404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8E42F2-0154-4A19-6D8A-89274E669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167333"/>
              </p:ext>
            </p:extLst>
          </p:nvPr>
        </p:nvGraphicFramePr>
        <p:xfrm>
          <a:off x="2649537" y="4733337"/>
          <a:ext cx="6875461" cy="76122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90954495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  <a:gridCol w="790573">
                  <a:extLst>
                    <a:ext uri="{9D8B030D-6E8A-4147-A177-3AD203B41FA5}">
                      <a16:colId xmlns:a16="http://schemas.microsoft.com/office/drawing/2014/main" val="1821002234"/>
                    </a:ext>
                  </a:extLst>
                </a:gridCol>
              </a:tblGrid>
              <a:tr h="125245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평가기준 1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평가기준 2</a:t>
                      </a:r>
                      <a:r>
                        <a:rPr kumimoji="1" lang="en-US" altLang="ko-KR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/>
                      </a:r>
                      <a:endParaRPr kumimoji="1" lang="ko-KR" altLang="en-US" sz="1050" b="1" kern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평가기준 3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00" b="1" kern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ㅇㅇ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</a:rPr>
                        <a:t>ㅇㅇ</a:t>
                      </a:r>
                      <a:endParaRPr lang="en-US" altLang="ko-KR" sz="1000" kern="1200" spc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</a:rPr>
                        <a:t>ㅇㅇ</a:t>
                      </a:r>
                      <a:endParaRPr lang="en-US" altLang="ko-KR" sz="1000" kern="1200" spc="0" baseline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ㅇㅇ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ㅌㅌ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ㅇㅇ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121132"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ㅇㅇ</a:t>
                      </a:r>
                      <a:endParaRPr kumimoji="1" lang="en-US" altLang="ko-KR" sz="1000" b="1" i="0" u="none" strike="noStrike" kern="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ㅌㅌ</a:t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>ㅌㅌ</a:t>
                      </a:r>
                      <a:r>
                        <a:rPr lang="ko-KR" altLang="en-US" sz="1000" kern="1200" spc="0" baseline="0" noProof="0" dirty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Calibri"/>
                          <a:sym typeface="Wingdings" panose="05000000000000000000" pitchFamily="2" charset="2"/>
                        </a:rPr>
                        <a:t/>
                      </a:r>
                      <a:endParaRPr lang="en-US" altLang="ko-KR" sz="1000" kern="1200" spc="0" baseline="0" noProof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  <a:sym typeface="Wingdings" panose="05000000000000000000" pitchFamily="2" charset="2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5" name="텍스트 개체 틀 17">
            <a:extLst>
              <a:ext uri="{FF2B5EF4-FFF2-40B4-BE49-F238E27FC236}">
                <a16:creationId xmlns:a16="http://schemas.microsoft.com/office/drawing/2014/main" id="{288F525E-67ED-8485-57C3-CD3EE06C5CE5}"/>
              </a:ext>
            </a:extLst>
          </p:cNvPr>
          <p:cNvSpPr txBox="1">
            <a:spLocks/>
          </p:cNvSpPr>
          <p:nvPr/>
        </p:nvSpPr>
        <p:spPr>
          <a:xfrm>
            <a:off x="2649539" y="4409182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E0D2058-0E6F-7C86-6F03-2DD784605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106868"/>
              </p:ext>
            </p:extLst>
          </p:nvPr>
        </p:nvGraphicFramePr>
        <p:xfrm>
          <a:off x="2649536" y="2297072"/>
          <a:ext cx="6875461" cy="1131928"/>
        </p:xfrm>
        <a:graphic>
          <a:graphicData uri="http://schemas.openxmlformats.org/drawingml/2006/table">
            <a:tbl>
              <a:tblPr/>
              <a:tblGrid>
                <a:gridCol w="1645373">
                  <a:extLst>
                    <a:ext uri="{9D8B030D-6E8A-4147-A177-3AD203B41FA5}">
                      <a16:colId xmlns:a16="http://schemas.microsoft.com/office/drawing/2014/main" val="3685127304"/>
                    </a:ext>
                  </a:extLst>
                </a:gridCol>
                <a:gridCol w="2096655">
                  <a:extLst>
                    <a:ext uri="{9D8B030D-6E8A-4147-A177-3AD203B41FA5}">
                      <a16:colId xmlns:a16="http://schemas.microsoft.com/office/drawing/2014/main" val="538179377"/>
                    </a:ext>
                  </a:extLst>
                </a:gridCol>
                <a:gridCol w="3133433">
                  <a:extLst>
                    <a:ext uri="{9D8B030D-6E8A-4147-A177-3AD203B41FA5}">
                      <a16:colId xmlns:a16="http://schemas.microsoft.com/office/drawing/2014/main" val="3305996028"/>
                    </a:ext>
                  </a:extLst>
                </a:gridCol>
              </a:tblGrid>
              <a:tr h="213706"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구분</a:t>
                      </a:r>
                    </a:p>
                  </a:txBody>
                  <a:tcPr marL="0" marR="0" marT="18000" marB="180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개요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marL="172800" indent="-172800" algn="ctr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50" b="1" kern="0" baseline="0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추진방안</a:t>
                      </a:r>
                    </a:p>
                  </a:txBody>
                  <a:tcPr marL="0" marR="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607981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412203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17280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kumimoji="1" lang="ko-KR" altLang="en-US" sz="1000" b="1" kern="0" baseline="0" dirty="0" err="1">
                          <a:solidFill>
                            <a:schemeClr val="tx1"/>
                          </a:solidFill>
                          <a:latin typeface="Corbel" panose="020B0503020204020204" pitchFamily="34" charset="0"/>
                          <a:ea typeface="나눔스퀘어" panose="020B0600000101010101" pitchFamily="50" charset="-127"/>
                          <a:cs typeface="+mn-cs"/>
                        </a:rPr>
                        <a:t>ㅇㅇ</a:t>
                      </a:r>
                      <a:endParaRPr kumimoji="1" lang="en-US" altLang="ko-KR" sz="1000" b="1" kern="0" baseline="3000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918108"/>
                  </a:ext>
                </a:extLst>
              </a:tr>
              <a:tr h="306074">
                <a:tc>
                  <a:txBody>
                    <a:bodyPr/>
                    <a:lstStyle/>
                    <a:p>
                      <a:pPr marL="0" indent="-172800" algn="l" latinLnBrk="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kumimoji="1" lang="en-US" altLang="ko-KR" sz="1000" b="1" kern="0" baseline="0" dirty="0">
                        <a:solidFill>
                          <a:schemeClr val="tx1"/>
                        </a:solidFill>
                        <a:latin typeface="Corbel" panose="020B0503020204020204" pitchFamily="34" charset="0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72000" marR="72000" marT="18000" marB="1800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2800" marR="0" lvl="0" indent="-1728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맑은 고딕" panose="020B0503020000020004" pitchFamily="50" charset="-127"/>
                          <a:cs typeface="+mn-cs"/>
                        </a:rPr>
                        <a:t>ㅌㅌ</a:t>
                      </a:r>
                      <a:endParaRPr kumimoji="0" lang="en-US" altLang="ko-KR" sz="1000" b="0" i="0" u="none" strike="noStrike" kern="1200" cap="none" spc="0" normalizeH="0" baseline="3000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bel" panose="020B0503020204020204" pitchFamily="34" charset="0"/>
                        <a:ea typeface="나눔스퀘어" panose="020B0600000101010101" pitchFamily="50" charset="-127"/>
                        <a:cs typeface="Calibri"/>
                      </a:endParaRPr>
                    </a:p>
                  </a:txBody>
                  <a:tcPr marL="72000" marR="72000" marT="18000" marB="18000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963089"/>
                  </a:ext>
                </a:extLst>
              </a:tr>
            </a:tbl>
          </a:graphicData>
        </a:graphic>
      </p:graphicFrame>
      <p:sp>
        <p:nvSpPr>
          <p:cNvPr id="8" name="텍스트 개체 틀 17">
            <a:extLst>
              <a:ext uri="{FF2B5EF4-FFF2-40B4-BE49-F238E27FC236}">
                <a16:creationId xmlns:a16="http://schemas.microsoft.com/office/drawing/2014/main" id="{036726C2-0E9C-02F8-8FD5-622C5B317661}"/>
              </a:ext>
            </a:extLst>
          </p:cNvPr>
          <p:cNvSpPr txBox="1">
            <a:spLocks/>
          </p:cNvSpPr>
          <p:nvPr/>
        </p:nvSpPr>
        <p:spPr>
          <a:xfrm>
            <a:off x="2649539" y="1963685"/>
            <a:ext cx="6875462" cy="283365"/>
          </a:xfrm>
          <a:prstGeom prst="rect">
            <a:avLst/>
          </a:prstGeom>
          <a:noFill/>
        </p:spPr>
        <p:txBody>
          <a:bodyPr vert="horz" wrap="square" lIns="91440" tIns="0" rIns="91440" bIns="0" rtlCol="0" anchor="ctr" anchorCtr="0">
            <a:noAutofit/>
          </a:bodyPr>
          <a:lstStyle>
            <a:lvl1pPr marL="176213" indent="-176213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sz="11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360363" indent="-184150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‑"/>
              <a:defRPr kumimoji="1" sz="1000">
                <a:solidFill>
                  <a:schemeClr val="tx1"/>
                </a:solidFill>
                <a:latin typeface="+mn-lt"/>
                <a:ea typeface="+mn-ea"/>
              </a:defRPr>
            </a:lvl2pPr>
            <a:lvl3pPr marL="534988" indent="-174625" algn="l" rtl="0" eaLnBrk="0" fontAlgn="base" latinLnBrk="1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Tahoma" panose="020B0604030504040204" pitchFamily="34" charset="0"/>
              <a:buChar char="※"/>
              <a:defRPr kumimoji="1" sz="9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【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  <a:r>
              <a:rPr kumimoji="1" lang="ko-KR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표</a:t>
            </a: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  <a:cs typeface="Tahoma" panose="020B0604030504040204" pitchFamily="34" charset="0"/>
              </a:rPr>
              <a:t>】</a:t>
            </a:r>
            <a:r>
              <a:rPr kumimoji="1" lang="en-US" altLang="ko-KR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 pitchFamily="34" charset="0"/>
                <a:ea typeface="나눔스퀘어" panose="020B060000010101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5330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c1357aa-0960-4b6d-b918-e2668fbe3cee}" enabled="1" method="Privileged" siteId="{a291953b-a95f-4c1e-8127-00ffdb5b7f6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254</Words>
  <Application>Microsoft Office PowerPoint</Application>
  <PresentationFormat>A4 용지(210x297mm)</PresentationFormat>
  <Paragraphs>111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3" baseType="lpstr">
      <vt:lpstr>나눔스퀘어</vt:lpstr>
      <vt:lpstr>나눔스퀘어 ExtraBold</vt:lpstr>
      <vt:lpstr>맑은 고딕</vt:lpstr>
      <vt:lpstr>Aptos</vt:lpstr>
      <vt:lpstr>Aptos Display</vt:lpstr>
      <vt:lpstr>Arial</vt:lpstr>
      <vt:lpstr>Corbel</vt:lpstr>
      <vt:lpstr>Tahoma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보고서 양식 템플릿</dc:title>
  <dc:creator>Template</dc:creator>
  <cp:lastModifiedBy>Template</cp:lastModifiedBy>
  <cp:revision>2</cp:revision>
  <dcterms:created xsi:type="dcterms:W3CDTF">2026-06-17T01:22:33Z</dcterms:created>
  <dcterms:modified xsi:type="dcterms:W3CDTF">2026-07-27T01:21:38Z</dcterms:modified>
</cp:coreProperties>
</file>