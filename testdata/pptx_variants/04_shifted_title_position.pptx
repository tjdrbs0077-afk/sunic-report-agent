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9baa029ab14989" /><Relationship Type="http://schemas.openxmlformats.org/officeDocument/2006/relationships/extended-properties" Target="/docProps/app.xml" Id="Re5fa804698e3442d" /><Relationship Type="http://schemas.openxmlformats.org/officeDocument/2006/relationships/officeDocument" Target="/ppt/presentation.xml" Id="R0904d23340644e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304a234b744160"/>
  </p:sldMasterIdLst>
  <p:notesMasterIdLst>
    <p:notesMasterId xmlns:r="http://schemas.openxmlformats.org/officeDocument/2006/relationships" r:id="Rde5c18ac57e0452d"/>
  </p:notesMasterIdLst>
  <p:sldIdLst>
    <p:sldId xmlns:r="http://schemas.openxmlformats.org/officeDocument/2006/relationships" id="256" r:id="R2c2550cd27854a12"/>
    <p:sldId xmlns:r="http://schemas.openxmlformats.org/officeDocument/2006/relationships" id="257" r:id="R88e2a4db830c4e60"/>
    <p:sldId xmlns:r="http://schemas.openxmlformats.org/officeDocument/2006/relationships" id="258" r:id="Re4f1c3a9864a4073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1d846f6bc74bb8" /><Relationship Type="http://schemas.openxmlformats.org/officeDocument/2006/relationships/slideMaster" Target="/ppt/slideMasters/slideMaster1.xml" Id="R9c304a234b744160" /><Relationship Type="http://schemas.openxmlformats.org/officeDocument/2006/relationships/notesMaster" Target="/ppt/notesMasters/notesMaster1.xml" Id="Rde5c18ac57e0452d" /><Relationship Type="http://schemas.openxmlformats.org/officeDocument/2006/relationships/presProps" Target="/ppt/presProps.xml" Id="Rabbe1c161631492e" /><Relationship Type="http://schemas.openxmlformats.org/officeDocument/2006/relationships/viewProps" Target="/ppt/viewProps.xml" Id="R4b0a8a2cb0824cf0" /><Relationship Type="http://schemas.openxmlformats.org/officeDocument/2006/relationships/tableStyles" Target="/ppt/tableStyles.xml" Id="R2ff96e588c984895" /><Relationship Type="http://schemas.openxmlformats.org/officeDocument/2006/relationships/slide" Target="/ppt/slides/slide1.xml" Id="R2c2550cd27854a12" /><Relationship Type="http://schemas.openxmlformats.org/officeDocument/2006/relationships/slide" Target="/ppt/slides/slide2.xml" Id="R88e2a4db830c4e60" /><Relationship Type="http://schemas.openxmlformats.org/officeDocument/2006/relationships/slide" Target="/ppt/slides/slide3.xml" Id="Re4f1c3a9864a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c28ec11a43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e0cbdb73a4937" /><Relationship Type="http://schemas.openxmlformats.org/officeDocument/2006/relationships/notesMaster" Target="/ppt/notesMasters/notesMaster1.xml" Id="Rbaec1bd01c8c41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8ada3b98d463e" /><Relationship Type="http://schemas.openxmlformats.org/officeDocument/2006/relationships/notesMaster" Target="/ppt/notesMasters/notesMaster1.xml" Id="Rb9953976949746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4235dd62904b41" /><Relationship Type="http://schemas.openxmlformats.org/officeDocument/2006/relationships/notesMaster" Target="/ppt/notesMasters/notesMaster1.xml" Id="R90b8df057538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기준 양식: app/assets/보고양식_Sample_4팀.pptx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테스트 목적: 제목 위치 오류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6b6ea878c40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6d6d43df44f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d3265876f45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311b8c5ce49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f248dbf834c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c78c2c89f42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4d61a10d84a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162d0ecb0459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99785f59c44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9d527ff674f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d4308d2d3493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b0fa21cef4e47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95979-56B8-43C4-BF0E-4799AF3A71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523D2F-FF6E-4223-AC09-CFAB3B4DA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F092-03FA-4164-84A1-71BDF6B82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6193F-73EA-43E3-8070-6E6AF3AA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ABB12-3683-4CAD-BD47-F303C6B66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499C5-935B-4431-A2A3-C01348602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4DE796-71F3-46E8-8EF3-A2FB6C1A7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F75EA6-1A52-45CD-B973-D09847D88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7EE3F8-87EC-42D2-84DE-5CFC73995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D85CC7-089C-4D1A-98AC-A676239F0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171DE-3FD3-43AA-A2F4-097C0DEC8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8EBB7A-FB55-4157-84BA-B10C2B67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A781EE-F3B6-407F-A6A5-C0506D304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EFBFE-A009-48E8-A1E5-F50BFFA2F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89B8B-895C-4A8B-BF99-7094E438D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11349C-5310-44E2-BDA1-2D112FDD2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8D3565-15EB-423A-A901-BFC66D4315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DA2F78-389B-476B-8CA4-ED8186AFF8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719EA-9F9F-4310-BC5C-D2B7CE509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9031-F8CB-455B-AFE6-EE670A973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29127D-2D2E-4857-8914-AEA094CD0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ECC6F-42F6-4791-8E8E-D69B79939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D178C-8C13-4D35-A8F6-2591ECB3F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012686-3A19-4272-8E29-E8F8D249F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27F9E1-4B2C-460B-AADE-0B9F6C0924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B36503-6E01-4709-BF1D-363E735E1B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0AA95E-C551-4CD9-813E-05E42324B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4FFEEA-1086-4490-8162-03201E19F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8F54F3-F288-483A-83E8-4639D65BA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75F9A-0F6A-4672-95D8-5C0314DB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58767C-5CDB-46C6-9AB9-1CC284FE8E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179522-9169-47E4-9499-AB91B603A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D32761-7714-4318-960D-6DCE65429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C16EF3D-53C6-4984-9915-D2680E093B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6DFB8-843A-4088-949B-729B47945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964225-47C8-4622-AED7-1048954D7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C0D42-6D3E-4F0A-8C61-82DCBDC8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54A0A6-3F4E-416C-B940-382A81BA91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69145-8E99-488A-A637-C5457AC93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DFC02-18BC-4EC1-870C-B15CEF9CA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9DDE1C-1BDC-426C-A1B5-69670A39D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FFD6BB-E538-4D1C-8D7B-A7098A580D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6FD84-3BB2-4E8C-B189-A6420EA2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D721D4-D6BE-43CC-87CD-86F760D67F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F34943-A019-42D6-8508-9BB73B424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71F94-DE49-432D-886F-0BA546181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212D52-0702-40E2-8EB1-391EC85B8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6A646E-92D7-430F-A8F5-BD4C5A760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12C83B-208D-44BE-9CC1-7A96A99A8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4B72B-B1A0-4B7C-9146-4B383A7D3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360E5-C5FF-4A74-9B8D-1CBAA7918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9037E-0C81-4002-8382-F01F9CFBC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402E4-A84B-49C7-BDED-D1F20CA10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258ADA-DC40-423F-B93A-6F9C2376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2B04FB-4C42-4207-9A24-74B74ECD7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0EDF6-F549-4313-912A-9432C1F77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51D13-C457-4762-8F5D-AFD6B7537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75D3AC-6E98-4C35-BDE8-238F74520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16">
            <a:extLst xmlns:a="http://schemas.openxmlformats.org/drawingml/2006/main">
              <a:ext uri="{FF2B5EF4-FFF2-40B4-BE49-F238E27FC236}">
                <a16:creationId xmlns:a16="http://schemas.microsoft.com/office/drawing/2014/main" id="{17C0CEF6-4C72-4D30-9705-CFD99F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90" y="6623050"/>
            <a:ext cx="231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rIns="36000"/>
          <a:lstStyle xmlns:a="http://schemas.openxmlformats.org/drawingml/2006/main">
            <a:lvl1pPr>
              <a:buNone/>
              <a:defRPr sz="11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fld id="{7C14344A-CACA-478F-85C5-D0BB66BC0415}" type="slidenum"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‹#›</a:t>
            </a:fld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5" name="표 7"/>
          <p:cNvGraphicFramePr/>
          <p:nvPr/>
        </p:nvGraphicFramePr>
        <p:xfrm>
          <a:off xmlns:a="http://schemas.openxmlformats.org/drawingml/2006/main" x="273051" y="631784"/>
          <a:ext xmlns:a="http://schemas.openxmlformats.org/drawingml/2006/main" cx="9372502" cy="59658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/>
                <a:gridCol w="7991123"/>
              </a:tblGrid>
              <a:tr h="327209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구 분</a:t>
                      </a: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주요 내용</a:t>
                      </a:r>
                      <a:endParaRPr sz="1400" b="1" u="none" kern="1200" baseline="0">
                        <a:solidFill>
                          <a:schemeClr val="tx1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38656">
                <a:tc>
                  <a:txBody>
                    <a:bodyPr/>
                    <a:lstStyle/>
                    <a:p>
                      <a:pPr algn="ctr" defTabSz="89535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  <a:buNone/>
                      </a:pPr>
                      <a:endParaRPr sz="1400" b="1" u="none" baseline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R="0" marT="252000" marB="46800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11">
            <a:extLst xmlns:a="http://schemas.openxmlformats.org/drawingml/2006/main">
              <a:ext uri="{FF2B5EF4-FFF2-40B4-BE49-F238E27FC236}">
                <a16:creationId xmlns:a16="http://schemas.microsoft.com/office/drawing/2014/main" id="{D7100E2C-1F59-48AA-BF2B-F46311160B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8938" y="1196975"/>
            <a:ext cx="7986615" cy="51847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65113" indent="-265113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sz="1400" b="1" kern="1200" baseline="0">
                <a:solidFill>
                  <a:prstClr val="black"/>
                </a:solidFill>
                <a:latin typeface="Corbel"/>
                <a:ea typeface="Corbel"/>
                <a:cs typeface="Corbel"/>
              </a:defRPr>
            </a:lvl1pPr>
            <a:lvl2pPr marL="538163" indent="-26670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/>
                <a:ea typeface="Corbel"/>
                <a:cs typeface="Corbel"/>
              </a:defRPr>
            </a:lvl2pPr>
            <a:lvl3pPr marL="714375" indent="-179388">
              <a:spcBef>
                <a:spcPts val="500"/>
              </a:spcBef>
              <a:spcAft>
                <a:spcPts val="0"/>
              </a:spcAft>
              <a:buFont typeface="Wingdings"/>
              <a:buChar char=""/>
              <a:defRPr sz="1200" b="0" kern="1200" baseline="0">
                <a:solidFill>
                  <a:schemeClr val="tx1"/>
                </a:solidFill>
                <a:latin typeface="나눔스퀘어"/>
                <a:ea typeface="나눔스퀘어"/>
                <a:cs typeface="나눔스퀘어"/>
              </a:defRPr>
            </a:lvl3pPr>
            <a:lvl4pPr marL="892175" indent="-177800">
              <a:spcBef>
                <a:spcPts val="500"/>
              </a:spcBef>
              <a:spcAft>
                <a:spcPts val="0"/>
              </a:spcAft>
              <a:buFont typeface="Arial"/>
              <a:buChar char="–"/>
              <a:defRPr sz="1100" b="0" baseline="0">
                <a:latin typeface="Corbel"/>
                <a:ea typeface="Corbel"/>
                <a:cs typeface="Corbel"/>
              </a:defRPr>
            </a:lvl4pPr>
            <a:lvl5pPr marL="1081088" indent="-188913"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1000" b="0" baseline="0">
                <a:latin typeface="Corbel"/>
                <a:ea typeface="Corbel"/>
                <a:cs typeface="Corbel"/>
              </a:defRPr>
            </a:lvl5pPr>
          </a:lstStyle>
          <a:p xmlns:a="http://schemas.openxmlformats.org/drawingml/2006/main">
            <a:pPr lvl="0">
              <a:buNone/>
            </a:pPr>
            <a:r>
              <a:t>대 제목</a:t>
            </a:r>
            <a:endParaRPr/>
          </a:p>
          <a:p xmlns:a="http://schemas.openxmlformats.org/drawingml/2006/main">
            <a:pPr lvl="1">
              <a:buNone/>
            </a:pPr>
            <a:r>
              <a:t>두번째</a:t>
            </a:r>
            <a:endParaRPr/>
          </a:p>
          <a:p xmlns:a="http://schemas.openxmlformats.org/drawingml/2006/main">
            <a:pPr lvl="2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Level 1 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* Level 1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참고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시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 Level 2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소결시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endParaRPr sz="1200" b="1">
              <a:latin typeface="Tahoma"/>
              <a:ea typeface="Tahoma"/>
              <a:cs typeface="Tahoma"/>
            </a:endParaRPr>
          </a:p>
          <a:p xmlns:a="http://schemas.openxmlformats.org/drawingml/2006/main">
            <a:pPr lvl="3">
              <a:buNone/>
            </a:pPr>
            <a:r>
              <a:t>Level 2</a:t>
            </a:r>
            <a:br/>
            <a:r>
              <a:t>* Level 2 </a:t>
            </a:r>
            <a:r>
              <a:t>참고시</a:t>
            </a:r>
            <a:r>
              <a:t> </a:t>
            </a:r>
            <a:br/>
            <a:r>
              <a:t> Level 2 </a:t>
            </a:r>
            <a:r>
              <a:t>소결시</a:t>
            </a:r>
            <a:r>
              <a:t> </a:t>
            </a:r>
          </a:p>
          <a:p xmlns:a="http://schemas.openxmlformats.org/drawingml/2006/main">
            <a:pPr lvl="4">
              <a:buNone/>
            </a:pPr>
            <a:r>
              <a:t>Level 3</a:t>
            </a:r>
            <a:br/>
            <a:r>
              <a:t>* Level 3 </a:t>
            </a:r>
            <a:r>
              <a:t>의</a:t>
            </a:r>
            <a:r>
              <a:t> </a:t>
            </a:r>
            <a:r>
              <a:t>참고 </a:t>
            </a:r>
            <a:br/>
            <a:r>
              <a:t> level 3 </a:t>
            </a:r>
            <a:r>
              <a:t>의</a:t>
            </a:r>
            <a:r>
              <a:t> </a:t>
            </a:r>
            <a:r>
              <a:t>소결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1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f38562ff0641a4" /><Relationship Type="http://schemas.openxmlformats.org/officeDocument/2006/relationships/slideLayout" Target="/ppt/slideLayouts/slideLayout1.xml" Id="R8a47cc131cea4b4d" /><Relationship Type="http://schemas.openxmlformats.org/officeDocument/2006/relationships/slideLayout" Target="/ppt/slideLayouts/slideLayout2.xml" Id="Re58c7ddfe19f4da8" /><Relationship Type="http://schemas.openxmlformats.org/officeDocument/2006/relationships/slideLayout" Target="/ppt/slideLayouts/slideLayout3.xml" Id="Reff5231f1b68412e" /><Relationship Type="http://schemas.openxmlformats.org/officeDocument/2006/relationships/slideLayout" Target="/ppt/slideLayouts/slideLayout4.xml" Id="R8c6989b92eaf43d9" /><Relationship Type="http://schemas.openxmlformats.org/officeDocument/2006/relationships/slideLayout" Target="/ppt/slideLayouts/slideLayout5.xml" Id="R562a784051ec4ee1" /><Relationship Type="http://schemas.openxmlformats.org/officeDocument/2006/relationships/slideLayout" Target="/ppt/slideLayouts/slideLayout6.xml" Id="R1718cedb1e274059" /><Relationship Type="http://schemas.openxmlformats.org/officeDocument/2006/relationships/slideLayout" Target="/ppt/slideLayouts/slideLayout7.xml" Id="Rc92a31ce00ef43ba" /><Relationship Type="http://schemas.openxmlformats.org/officeDocument/2006/relationships/slideLayout" Target="/ppt/slideLayouts/slideLayout8.xml" Id="Rf13fe7586ef648d6" /><Relationship Type="http://schemas.openxmlformats.org/officeDocument/2006/relationships/slideLayout" Target="/ppt/slideLayouts/slideLayout9.xml" Id="R978b330ee5f0476a" /><Relationship Type="http://schemas.openxmlformats.org/officeDocument/2006/relationships/slideLayout" Target="/ppt/slideLayouts/slideLayout10.xml" Id="Rb15e0a648f624f7c" /><Relationship Type="http://schemas.openxmlformats.org/officeDocument/2006/relationships/slideLayout" Target="/ppt/slideLayouts/slideLayout11.xml" Id="R17314e6be7004d0c" /><Relationship Type="http://schemas.openxmlformats.org/officeDocument/2006/relationships/slideLayout" Target="/ppt/slideLayouts/slideLayout12.xml" Id="R278d82a0cea44ae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23D76C-AB68-45A8-B8DD-1B861FEF6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32080C-54A7-46D7-B194-6F90F264E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9E5D8A-FFFE-47FC-9902-7ACB3B164F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17812-61B3-461A-86EE-410066225A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8E694-FCEC-468D-BBC6-DDAC9220EE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7cc131cea4b4d"/>
    <p:sldLayoutId xmlns:r="http://schemas.openxmlformats.org/officeDocument/2006/relationships" id="2147483650" r:id="Re58c7ddfe19f4da8"/>
    <p:sldLayoutId xmlns:r="http://schemas.openxmlformats.org/officeDocument/2006/relationships" id="2147483651" r:id="Reff5231f1b68412e"/>
    <p:sldLayoutId xmlns:r="http://schemas.openxmlformats.org/officeDocument/2006/relationships" id="2147483652" r:id="R8c6989b92eaf43d9"/>
    <p:sldLayoutId xmlns:r="http://schemas.openxmlformats.org/officeDocument/2006/relationships" id="2147483653" r:id="R562a784051ec4ee1"/>
    <p:sldLayoutId xmlns:r="http://schemas.openxmlformats.org/officeDocument/2006/relationships" id="2147483654" r:id="R1718cedb1e274059"/>
    <p:sldLayoutId xmlns:r="http://schemas.openxmlformats.org/officeDocument/2006/relationships" id="2147483655" r:id="Rc92a31ce00ef43ba"/>
    <p:sldLayoutId xmlns:r="http://schemas.openxmlformats.org/officeDocument/2006/relationships" id="2147483656" r:id="Rf13fe7586ef648d6"/>
    <p:sldLayoutId xmlns:r="http://schemas.openxmlformats.org/officeDocument/2006/relationships" id="2147483657" r:id="R978b330ee5f0476a"/>
    <p:sldLayoutId xmlns:r="http://schemas.openxmlformats.org/officeDocument/2006/relationships" id="2147483658" r:id="Rb15e0a648f624f7c"/>
    <p:sldLayoutId xmlns:r="http://schemas.openxmlformats.org/officeDocument/2006/relationships" id="2147483659" r:id="R17314e6be7004d0c"/>
    <p:sldLayoutId xmlns:r="http://schemas.openxmlformats.org/officeDocument/2006/relationships" id="2147483660" r:id="R278d82a0cea44ae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d8560bca3b4421" /><Relationship Type="http://schemas.openxmlformats.org/officeDocument/2006/relationships/notesSlide" Target="/ppt/notesSlides/notesSlide1.xml" Id="Rc1568dd24cec48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dcee70bce248de" /><Relationship Type="http://schemas.openxmlformats.org/officeDocument/2006/relationships/notesSlide" Target="/ppt/notesSlides/notesSlide2.xml" Id="R9c98d1842c52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d037176aee4dcd" /><Relationship Type="http://schemas.openxmlformats.org/officeDocument/2006/relationships/notesSlide" Target="/ppt/notesSlides/notesSlide3.xml" Id="R17c4afe82a024d7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AI DC Solution </a:t>
            </a:r>
            <a:r>
              <a:rPr>
                <a:solidFill>
                  <a:schemeClr val="tx1"/>
                </a:solidFill>
              </a:rPr>
              <a:t>확보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</a:pPr>
            <a:r>
              <a:t>SK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CEO </a:t>
            </a:r>
            <a:r>
              <a:rPr b="1">
                <a:latin typeface="Corbel"/>
                <a:ea typeface="Corbel"/>
                <a:cs typeface="Corbel"/>
              </a:rPr>
              <a:t>보고 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CEO </a:t>
            </a:r>
            <a:r>
              <a:t>向 최종 보고 完</a:t>
            </a:r>
            <a:r>
              <a:t>)</a:t>
            </a:r>
            <a:r>
              <a:t> </a:t>
            </a:r>
            <a:endParaRPr baseline="30000"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실사 결과 보고 </a:t>
            </a:r>
            <a:endParaRPr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멤버사</a:t>
            </a:r>
            <a:endParaRPr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endParaRPr baseline="30000"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br/>
            <a:endParaRPr baseline="30000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Project </a:t>
            </a:r>
            <a:r>
              <a:t>진행 일정</a:t>
            </a:r>
            <a:r>
              <a:t>(</a:t>
            </a:r>
            <a:r>
              <a:t>案</a:t>
            </a:r>
            <a:r>
              <a:t>)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marL="714375" lvl="3" indent="0">
              <a:spcBef>
                <a:spcPts val="1000"/>
              </a:spcBef>
              <a:buNone/>
            </a:pPr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AI DC</a:t>
            </a:r>
          </a:p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32" y="1027367"/>
            <a:ext cx="3364706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나눔스퀘어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ExtraBold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(24)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31" name="표 2"/>
          <p:cNvGraphicFramePr/>
          <p:nvPr/>
        </p:nvGraphicFramePr>
        <p:xfrm>
          <a:off xmlns:a="http://schemas.openxmlformats.org/drawingml/2006/main" x="2649538" y="3244741"/>
          <a:ext xmlns:a="http://schemas.openxmlformats.org/drawingml/2006/main" cx="6875462" cy="2123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9450"/>
                <a:gridCol w="5966012"/>
              </a:tblGrid>
              <a:tr h="202910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프로젝트</a:t>
                      </a:r>
                      <a:endParaRPr sz="1000" b="0" u="none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IT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443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①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②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6246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910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 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2908803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8" name="Down Arrow 4">
            <a:extLst xmlns:a="http://schemas.openxmlformats.org/drawingml/2006/main"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13903" y="2708415"/>
            <a:ext cx="147320" cy="6834200"/>
          </a:xfrm>
          <a:prstGeom xmlns:a="http://schemas.openxmlformats.org/drawingml/2006/main" prst="downArrow">
            <a:avLst>
              <a:gd name="adj1" fmla="val 42702"/>
              <a:gd name="adj2" fmla="val 50000"/>
            </a:avLst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13" y="5807412"/>
            <a:ext cx="539745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’26.11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1" name="Oval 36">
            <a:extLst xmlns:a="http://schemas.openxmlformats.org/drawingml/2006/main"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3" y="6054931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368" y="5824156"/>
            <a:ext cx="348988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4/30</a:t>
            </a:r>
          </a:p>
        </p:txBody>
      </p:sp>
      <p:sp>
        <p:nvSpPr>
          <p:cNvPr id="14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63" y="6178393"/>
            <a:ext cx="1728672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  <a:defRPr sz="1100" b="1" kern="1200">
                <a:solidFill>
                  <a:prstClr val="black"/>
                </a:solidFill>
                <a:latin typeface="+mn-lt"/>
                <a:ea typeface="+mn-lt"/>
                <a:cs typeface="+mn-lt"/>
              </a:defRPr>
            </a:lvl1pPr>
            <a:lvl2pPr marL="360363" indent="-184150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000" b="0">
                <a:latin typeface="Corbel"/>
                <a:ea typeface="Corbel"/>
                <a:cs typeface="Corbel"/>
              </a:rPr>
              <a:t>XX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5" name="Oval 36">
            <a:extLst xmlns:a="http://schemas.openxmlformats.org/drawingml/2006/main"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63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6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09" y="5824156"/>
            <a:ext cx="493258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’26.5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8" name="Oval 36">
            <a:extLst xmlns:a="http://schemas.openxmlformats.org/drawingml/2006/main"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65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405" y="5810622"/>
            <a:ext cx="547760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’26.10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1" name="Oval 36">
            <a:extLst xmlns:a="http://schemas.openxmlformats.org/drawingml/2006/main"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884" y="60397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61" y="5807412"/>
            <a:ext cx="448373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’27.Q3</a:t>
            </a:r>
          </a:p>
        </p:txBody>
      </p:sp>
      <p:sp>
        <p:nvSpPr>
          <p:cNvPr id="25" name="Oval 36">
            <a:extLst xmlns:a="http://schemas.openxmlformats.org/drawingml/2006/main"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6" y="60454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4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623" y="5814353"/>
            <a:ext cx="498067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’26.6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6" name="Oval 36">
            <a:extLst xmlns:a="http://schemas.openxmlformats.org/drawingml/2006/main"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99" y="6065105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684" y="76201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영문 </a:t>
            </a:r>
            <a:r>
              <a:rPr sz="1100"/>
              <a:t>Corbel</a:t>
            </a:r>
            <a:br/>
            <a:r>
              <a:rPr sz="1100"/>
              <a:t>한글 </a:t>
            </a:r>
            <a:r>
              <a:rPr sz="1100"/>
              <a:t>나눔스퀘어</a:t>
            </a:r>
            <a:r>
              <a:rPr sz="1100"/>
              <a:t> </a:t>
            </a:r>
            <a:r>
              <a:rPr sz="1100"/>
              <a:t>(</a:t>
            </a:r>
            <a:r>
              <a:rPr sz="1100"/>
              <a:t>제목은 </a:t>
            </a:r>
            <a:r>
              <a:rPr sz="1100"/>
              <a:t>ExtraBold</a:t>
            </a:r>
            <a:r>
              <a:rPr sz="1100"/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TTT</a:t>
            </a:r>
          </a:p>
          <a:p xmlns:a="http://schemas.openxmlformats.org/drawingml/2006/main">
            <a:pPr lvl="1">
              <a:buNone/>
            </a:pPr>
            <a:r>
              <a:t>TT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협의  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소극적 입장 유지</a:t>
            </a:r>
            <a:endParaRPr/>
          </a:p>
          <a:p xmlns:a="http://schemas.openxmlformats.org/drawingml/2006/main">
            <a:pPr lvl="4">
              <a:buNone/>
            </a:pPr>
            <a:r>
              <a:t>수용</a:t>
            </a:r>
          </a:p>
          <a:p xmlns:a="http://schemas.openxmlformats.org/drawingml/2006/main">
            <a:pPr lvl="4">
              <a:buNone/>
            </a:pPr>
            <a:r>
              <a:t>신중한 입장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206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xx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 xmlns:a="http://schemas.openxmlformats.org/drawingml/2006/main">
            <a:pPr lvl="1">
              <a:buFont typeface="+mj-lt"/>
              <a:buAutoNum type="arabicParenR" startAt="2"/>
            </a:pPr>
            <a:r>
              <a:t>ㅌㅌ</a:t>
            </a:r>
            <a:endParaRPr/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ㅌㅌ</a:t>
            </a:r>
            <a:endParaRPr b="1"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000"/>
              </a:spcBef>
              <a:buNone/>
            </a:pPr>
            <a:br/>
            <a:br/>
            <a:br/>
            <a:endParaRPr b="1"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500"/>
              </a:spcBef>
              <a:buNone/>
            </a:pPr>
            <a:br/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ㅇㅇ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ㅇ中 </a:t>
            </a:r>
            <a:endParaRPr/>
          </a:p>
          <a:p xmlns:a="http://schemas.openxmlformats.org/drawingml/2006/main">
            <a:pPr lvl="4">
              <a:buNone/>
            </a:pPr>
            <a:r>
              <a:t>ㅇ선정</a:t>
            </a:r>
            <a:r>
              <a:t> 中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700"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600"/>
          </a:p>
          <a:p xmlns:a="http://schemas.openxmlformats.org/drawingml/2006/main">
            <a:pPr lvl="4"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</a:endParaRPr>
          </a:p>
          <a:p xmlns:a="http://schemas.openxmlformats.org/drawingml/2006/main">
            <a:pPr lvl="2" indent="-179070">
              <a:spcBef>
                <a:spcPts val="2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협력</a:t>
            </a:r>
          </a:p>
          <a:p xmlns:a="http://schemas.openxmlformats.org/drawingml/2006/main">
            <a:pPr lvl="3">
              <a:buNone/>
            </a:pPr>
            <a:r>
              <a:t>ㅇㅇ</a:t>
            </a:r>
            <a:endParaRPr/>
          </a:p>
          <a:p xmlns:a="http://schemas.openxmlformats.org/drawingml/2006/main">
            <a:pPr lvl="4">
              <a:buNone/>
            </a:pPr>
            <a:r>
              <a:t>ㅇ</a:t>
            </a:r>
            <a:r>
              <a:t> 中</a:t>
            </a:r>
            <a:endParaRPr/>
          </a:p>
          <a:p xmlns:a="http://schemas.openxmlformats.org/drawingml/2006/main">
            <a:pPr marL="714375" lvl="3" indent="0">
              <a:buNone/>
            </a:pPr>
            <a:r>
              <a:t> </a:t>
            </a:r>
            <a:r>
              <a:rPr b="1" u="sng"/>
              <a:t>MOU </a:t>
            </a:r>
            <a:r>
              <a:rPr b="1" u="sng"/>
              <a:t>추진</a:t>
            </a:r>
            <a:endParaRPr b="1" u="sng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 baseline="300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5610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ㅇㅇ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9" name="표 3"/>
          <p:cNvGraphicFramePr/>
          <p:nvPr/>
        </p:nvGraphicFramePr>
        <p:xfrm>
          <a:off xmlns:a="http://schemas.openxmlformats.org/drawingml/2006/main" x="2649537" y="4733337"/>
          <a:ext xmlns:a="http://schemas.openxmlformats.org/drawingml/2006/main" cx="6875461" cy="7612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5638"/>
                <a:gridCol w="2638425"/>
                <a:gridCol w="2057400"/>
                <a:gridCol w="733425"/>
                <a:gridCol w="790573"/>
              </a:tblGrid>
              <a:tr h="125245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송전</a:t>
                      </a: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Infra</a:t>
                      </a:r>
                      <a:endParaRPr sz="105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SMR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한정 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4409182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graphicFrame>
        <p:nvGraphicFramePr>
          <p:cNvPr id="21" name="표 6"/>
          <p:cNvGraphicFramePr/>
          <p:nvPr/>
        </p:nvGraphicFramePr>
        <p:xfrm>
          <a:off xmlns:a="http://schemas.openxmlformats.org/drawingml/2006/main" x="2649536" y="2297072"/>
          <a:ext xmlns:a="http://schemas.openxmlformats.org/drawingml/2006/main" cx="6875461" cy="1131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373"/>
                <a:gridCol w="2096655"/>
                <a:gridCol w="3133433"/>
              </a:tblGrid>
              <a:tr h="213706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1963685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220" y="1063668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동일 주제 </a:t>
            </a:r>
            <a:r>
              <a:rPr sz="1100"/>
              <a:t>(TTT)</a:t>
            </a:r>
            <a:r>
              <a:rPr sz="110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2026-08-08T14:51:15.0430000Z</dcterms:created>
  <dcterms:modified xsi:type="dcterms:W3CDTF">2026-08-08T14:51:15.0430000Z</dcterms:modified>
</coreProperties>
</file>