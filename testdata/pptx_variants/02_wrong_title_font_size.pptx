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881bd47ab4d28" /><Relationship Type="http://schemas.openxmlformats.org/officeDocument/2006/relationships/extended-properties" Target="/docProps/app.xml" Id="R1f462dacbe4f4318" /><Relationship Type="http://schemas.openxmlformats.org/officeDocument/2006/relationships/officeDocument" Target="/ppt/presentation.xml" Id="R005beab5d8e7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189fb3a9b4c30"/>
  </p:sldMasterIdLst>
  <p:notesMasterIdLst>
    <p:notesMasterId xmlns:r="http://schemas.openxmlformats.org/officeDocument/2006/relationships" r:id="R376e9ae4639a4e8c"/>
  </p:notesMasterIdLst>
  <p:sldIdLst>
    <p:sldId xmlns:r="http://schemas.openxmlformats.org/officeDocument/2006/relationships" id="256" r:id="R950d760c8cbd4b25"/>
    <p:sldId xmlns:r="http://schemas.openxmlformats.org/officeDocument/2006/relationships" id="257" r:id="R5d888cf26b8a495d"/>
    <p:sldId xmlns:r="http://schemas.openxmlformats.org/officeDocument/2006/relationships" id="258" r:id="R1c32e6ad11d249aa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0b53e3b1ca4c62" /><Relationship Type="http://schemas.openxmlformats.org/officeDocument/2006/relationships/slideMaster" Target="/ppt/slideMasters/slideMaster1.xml" Id="Rb52189fb3a9b4c30" /><Relationship Type="http://schemas.openxmlformats.org/officeDocument/2006/relationships/notesMaster" Target="/ppt/notesMasters/notesMaster1.xml" Id="R376e9ae4639a4e8c" /><Relationship Type="http://schemas.openxmlformats.org/officeDocument/2006/relationships/presProps" Target="/ppt/presProps.xml" Id="R8cf5d28becc84e28" /><Relationship Type="http://schemas.openxmlformats.org/officeDocument/2006/relationships/viewProps" Target="/ppt/viewProps.xml" Id="R5534a2467602469b" /><Relationship Type="http://schemas.openxmlformats.org/officeDocument/2006/relationships/tableStyles" Target="/ppt/tableStyles.xml" Id="R4383ac0b0e394c20" /><Relationship Type="http://schemas.openxmlformats.org/officeDocument/2006/relationships/slide" Target="/ppt/slides/slide1.xml" Id="R950d760c8cbd4b25" /><Relationship Type="http://schemas.openxmlformats.org/officeDocument/2006/relationships/slide" Target="/ppt/slides/slide2.xml" Id="R5d888cf26b8a495d" /><Relationship Type="http://schemas.openxmlformats.org/officeDocument/2006/relationships/slide" Target="/ppt/slides/slide3.xml" Id="R1c32e6ad11d249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1ce430aae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0340fd9814206" /><Relationship Type="http://schemas.openxmlformats.org/officeDocument/2006/relationships/notesMaster" Target="/ppt/notesMasters/notesMaster1.xml" Id="R0abf2566d1ed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d3a005036b4671" /><Relationship Type="http://schemas.openxmlformats.org/officeDocument/2006/relationships/notesMaster" Target="/ppt/notesMasters/notesMaster1.xml" Id="Reb17881b0c36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8e1d6df5742f4" /><Relationship Type="http://schemas.openxmlformats.org/officeDocument/2006/relationships/notesMaster" Target="/ppt/notesMasters/notesMaster1.xml" Id="R7bd9d7753e9d4d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제목 글꼴·크기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727a42d344c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abc57b7d146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3d245ebb647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c352537c346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c958a0beb4a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9b670916a44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c3d5f50b643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daecd18e146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65e3d3c2542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9e5c3f11e4ec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79408ceb24f2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f6925897e44d5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f0cc7736644606" /><Relationship Type="http://schemas.openxmlformats.org/officeDocument/2006/relationships/slideLayout" Target="/ppt/slideLayouts/slideLayout1.xml" Id="Re7959fddb50e479c" /><Relationship Type="http://schemas.openxmlformats.org/officeDocument/2006/relationships/slideLayout" Target="/ppt/slideLayouts/slideLayout2.xml" Id="Rc9ebc36c910d4bca" /><Relationship Type="http://schemas.openxmlformats.org/officeDocument/2006/relationships/slideLayout" Target="/ppt/slideLayouts/slideLayout3.xml" Id="R3d15b900b40349fc" /><Relationship Type="http://schemas.openxmlformats.org/officeDocument/2006/relationships/slideLayout" Target="/ppt/slideLayouts/slideLayout4.xml" Id="R48782b0531ae4b4c" /><Relationship Type="http://schemas.openxmlformats.org/officeDocument/2006/relationships/slideLayout" Target="/ppt/slideLayouts/slideLayout5.xml" Id="R847f56ab85644371" /><Relationship Type="http://schemas.openxmlformats.org/officeDocument/2006/relationships/slideLayout" Target="/ppt/slideLayouts/slideLayout6.xml" Id="R42a976c0d94d4f8a" /><Relationship Type="http://schemas.openxmlformats.org/officeDocument/2006/relationships/slideLayout" Target="/ppt/slideLayouts/slideLayout7.xml" Id="R64a53dd848774767" /><Relationship Type="http://schemas.openxmlformats.org/officeDocument/2006/relationships/slideLayout" Target="/ppt/slideLayouts/slideLayout8.xml" Id="Rfa52659a59554c37" /><Relationship Type="http://schemas.openxmlformats.org/officeDocument/2006/relationships/slideLayout" Target="/ppt/slideLayouts/slideLayout9.xml" Id="R610b7fcee52d4015" /><Relationship Type="http://schemas.openxmlformats.org/officeDocument/2006/relationships/slideLayout" Target="/ppt/slideLayouts/slideLayout10.xml" Id="R7a8524cee7434530" /><Relationship Type="http://schemas.openxmlformats.org/officeDocument/2006/relationships/slideLayout" Target="/ppt/slideLayouts/slideLayout11.xml" Id="R35a7f0f4ebe9431d" /><Relationship Type="http://schemas.openxmlformats.org/officeDocument/2006/relationships/slideLayout" Target="/ppt/slideLayouts/slideLayout12.xml" Id="R2fd5a036d76047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59fddb50e479c"/>
    <p:sldLayoutId xmlns:r="http://schemas.openxmlformats.org/officeDocument/2006/relationships" id="2147483650" r:id="Rc9ebc36c910d4bca"/>
    <p:sldLayoutId xmlns:r="http://schemas.openxmlformats.org/officeDocument/2006/relationships" id="2147483651" r:id="R3d15b900b40349fc"/>
    <p:sldLayoutId xmlns:r="http://schemas.openxmlformats.org/officeDocument/2006/relationships" id="2147483652" r:id="R48782b0531ae4b4c"/>
    <p:sldLayoutId xmlns:r="http://schemas.openxmlformats.org/officeDocument/2006/relationships" id="2147483653" r:id="R847f56ab85644371"/>
    <p:sldLayoutId xmlns:r="http://schemas.openxmlformats.org/officeDocument/2006/relationships" id="2147483654" r:id="R42a976c0d94d4f8a"/>
    <p:sldLayoutId xmlns:r="http://schemas.openxmlformats.org/officeDocument/2006/relationships" id="2147483655" r:id="R64a53dd848774767"/>
    <p:sldLayoutId xmlns:r="http://schemas.openxmlformats.org/officeDocument/2006/relationships" id="2147483656" r:id="Rfa52659a59554c37"/>
    <p:sldLayoutId xmlns:r="http://schemas.openxmlformats.org/officeDocument/2006/relationships" id="2147483657" r:id="R610b7fcee52d4015"/>
    <p:sldLayoutId xmlns:r="http://schemas.openxmlformats.org/officeDocument/2006/relationships" id="2147483658" r:id="R7a8524cee7434530"/>
    <p:sldLayoutId xmlns:r="http://schemas.openxmlformats.org/officeDocument/2006/relationships" id="2147483659" r:id="R35a7f0f4ebe9431d"/>
    <p:sldLayoutId xmlns:r="http://schemas.openxmlformats.org/officeDocument/2006/relationships" id="2147483660" r:id="R2fd5a036d76047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e3932fa2964051" /><Relationship Type="http://schemas.openxmlformats.org/officeDocument/2006/relationships/notesSlide" Target="/ppt/notesSlides/notesSlide1.xml" Id="R3a4a52487b39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3f578bf53f41b9" /><Relationship Type="http://schemas.openxmlformats.org/officeDocument/2006/relationships/notesSlide" Target="/ppt/notesSlides/notesSlide2.xml" Id="R82763f4e1c5a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f54f743ea34cf7" /><Relationship Type="http://schemas.openxmlformats.org/officeDocument/2006/relationships/notesSlide" Target="/ppt/notesSlides/notesSlide3.xml" Id="Rcd0253e357634b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AI DC Solution </a:t>
            </a:r>
            <a:r>
              <a:rPr>
                <a:solidFill>
                  <a:schemeClr val="tx1"/>
                </a:solidFill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CEO </a:t>
            </a:r>
            <a:r>
              <a:rPr b="1">
                <a:latin typeface="Corbel"/>
                <a:ea typeface="Corbel"/>
                <a:cs typeface="Corbel"/>
              </a:rPr>
              <a:t>보고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CEO </a:t>
            </a:r>
            <a:r>
              <a:t>向 최종 보고 完</a:t>
            </a:r>
            <a:r>
              <a:t>)</a:t>
            </a:r>
            <a: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br/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Project </a:t>
            </a:r>
            <a:r>
              <a:t>진행 일정</a:t>
            </a:r>
            <a:r>
              <a:t>(</a:t>
            </a:r>
            <a:r>
              <a:t>案</a:t>
            </a:r>
            <a: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36470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latin typeface="Times New Roman"/>
                <a:ea typeface="Times New Roman"/>
                <a:cs typeface="Times New Roman"/>
              </a:defRPr>
            </a:pPr>
            <a:r>
              <a:rPr sz="3000" b="1" i="0" u="none" cap="none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나눔스퀘어</a:t>
            </a:r>
            <a:r>
              <a:rPr sz="3000" b="1" i="0" u="none" cap="none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 i="0" u="none" cap="none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ExtraBold</a:t>
            </a:r>
            <a:r>
              <a:rPr sz="3000" b="1" i="0" u="none" cap="none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2649538" y="3244741"/>
          <a:ext xmlns:a="http://schemas.openxmlformats.org/drawingml/2006/main" cx="6875462" cy="21236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2026-08-08T14:51:10.3390000Z</dcterms:created>
  <dcterms:modified xsi:type="dcterms:W3CDTF">2026-08-08T14:51:10.3390000Z</dcterms:modified>
</coreProperties>
</file>